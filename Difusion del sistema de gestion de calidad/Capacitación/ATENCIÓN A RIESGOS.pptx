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notesMasterIdLst>
    <p:notesMasterId r:id="rId9"/>
  </p:notesMasterIdLst>
  <p:sldIdLst>
    <p:sldId id="257" r:id="rId2"/>
    <p:sldId id="259" r:id="rId3"/>
    <p:sldId id="261" r:id="rId4"/>
    <p:sldId id="262" r:id="rId5"/>
    <p:sldId id="289" r:id="rId6"/>
    <p:sldId id="280" r:id="rId7"/>
    <p:sldId id="288" r:id="rId8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5007F"/>
    <a:srgbClr val="F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35" autoAdjust="0"/>
    <p:restoredTop sz="90743" autoAdjust="0"/>
  </p:normalViewPr>
  <p:slideViewPr>
    <p:cSldViewPr snapToGrid="0">
      <p:cViewPr varScale="1">
        <p:scale>
          <a:sx n="101" d="100"/>
          <a:sy n="101" d="100"/>
        </p:scale>
        <p:origin x="858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8902473-430A-4856-A18A-9ED1C55405E1}" type="doc">
      <dgm:prSet loTypeId="urn:microsoft.com/office/officeart/2008/layout/AlternatingPictureBlocks" loCatId="list" qsTypeId="urn:microsoft.com/office/officeart/2005/8/quickstyle/simple1" qsCatId="simple" csTypeId="urn:microsoft.com/office/officeart/2005/8/colors/accent1_2" csCatId="accent1" phldr="1"/>
      <dgm:spPr/>
    </dgm:pt>
    <dgm:pt modelId="{8154C8F9-6883-4D30-BE0D-6DBDDFD17894}">
      <dgm:prSet phldrT="[Texto]"/>
      <dgm:spPr>
        <a:solidFill>
          <a:srgbClr val="33CCFF">
            <a:alpha val="46000"/>
          </a:srgbClr>
        </a:solidFill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gm:spPr>
      <dgm:t>
        <a:bodyPr/>
        <a:lstStyle/>
        <a:p>
          <a:r>
            <a:rPr lang="es-MX" dirty="0" smtClean="0">
              <a:solidFill>
                <a:srgbClr val="000000"/>
              </a:solidFill>
              <a:latin typeface="Lato"/>
              <a:ea typeface="Arial Unicode MS" panose="020B0604020202020204" pitchFamily="34" charset="-128"/>
              <a:cs typeface="Arial Unicode MS" panose="020B0604020202020204" pitchFamily="34" charset="-128"/>
            </a:rPr>
            <a:t>Es una técnica de carácter preventivo, que se debe llevar a cabo de un modo sistemático, planificado y participativo.</a:t>
          </a:r>
          <a:endParaRPr lang="es-MX" dirty="0">
            <a:latin typeface="Lato"/>
          </a:endParaRPr>
        </a:p>
      </dgm:t>
    </dgm:pt>
    <dgm:pt modelId="{6BC0BF55-0D9C-4616-9494-24BCCB87C7EC}" type="parTrans" cxnId="{1C2B5D75-E297-444B-AEE4-454985910A56}">
      <dgm:prSet/>
      <dgm:spPr/>
      <dgm:t>
        <a:bodyPr/>
        <a:lstStyle/>
        <a:p>
          <a:endParaRPr lang="es-MX"/>
        </a:p>
      </dgm:t>
    </dgm:pt>
    <dgm:pt modelId="{3B62A54D-5962-4345-87B8-E951DBFF9878}" type="sibTrans" cxnId="{1C2B5D75-E297-444B-AEE4-454985910A56}">
      <dgm:prSet/>
      <dgm:spPr/>
      <dgm:t>
        <a:bodyPr/>
        <a:lstStyle/>
        <a:p>
          <a:endParaRPr lang="es-MX"/>
        </a:p>
      </dgm:t>
    </dgm:pt>
    <dgm:pt modelId="{FDC8D6F2-EB8C-485E-85BB-619FEEC7CC89}">
      <dgm:prSet phldrT="[Texto]"/>
      <dgm:spPr>
        <a:solidFill>
          <a:srgbClr val="FF66FF">
            <a:alpha val="52000"/>
          </a:srgbClr>
        </a:solidFill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gm:spPr>
      <dgm:t>
        <a:bodyPr/>
        <a:lstStyle/>
        <a:p>
          <a:r>
            <a:rPr lang="es-MX" dirty="0" smtClean="0">
              <a:solidFill>
                <a:srgbClr val="000000"/>
              </a:solidFill>
              <a:latin typeface="Lato"/>
              <a:ea typeface="Arial Unicode MS" panose="020B0604020202020204" pitchFamily="34" charset="-128"/>
              <a:cs typeface="Arial Unicode MS" panose="020B0604020202020204" pitchFamily="34" charset="-128"/>
            </a:rPr>
            <a:t>Es una técnica de trabajo en equipo planificada y realizada sistemáticamente, utilizando las herramientas de la Calidad Total, con la finalidad de detectar los posibles fallos.</a:t>
          </a:r>
          <a:endParaRPr lang="es-MX" dirty="0">
            <a:latin typeface="Lato"/>
          </a:endParaRPr>
        </a:p>
      </dgm:t>
    </dgm:pt>
    <dgm:pt modelId="{0282B670-BC35-4E4A-A2E9-156FAF43E112}" type="sibTrans" cxnId="{10CE6D0C-F580-4467-9FAB-F95D3056A3DA}">
      <dgm:prSet/>
      <dgm:spPr/>
      <dgm:t>
        <a:bodyPr/>
        <a:lstStyle/>
        <a:p>
          <a:endParaRPr lang="es-MX"/>
        </a:p>
      </dgm:t>
    </dgm:pt>
    <dgm:pt modelId="{74CFE22B-DEE8-4856-A0C1-6617C8567382}" type="parTrans" cxnId="{10CE6D0C-F580-4467-9FAB-F95D3056A3DA}">
      <dgm:prSet/>
      <dgm:spPr/>
      <dgm:t>
        <a:bodyPr/>
        <a:lstStyle/>
        <a:p>
          <a:endParaRPr lang="es-MX"/>
        </a:p>
      </dgm:t>
    </dgm:pt>
    <dgm:pt modelId="{8D0AEA8D-851E-4608-9964-08846C9F2369}" type="pres">
      <dgm:prSet presAssocID="{E8902473-430A-4856-A18A-9ED1C55405E1}" presName="linearFlow" presStyleCnt="0">
        <dgm:presLayoutVars>
          <dgm:dir/>
          <dgm:resizeHandles val="exact"/>
        </dgm:presLayoutVars>
      </dgm:prSet>
      <dgm:spPr/>
    </dgm:pt>
    <dgm:pt modelId="{DEAD30EA-C17F-4501-A245-A3766E43E974}" type="pres">
      <dgm:prSet presAssocID="{8154C8F9-6883-4D30-BE0D-6DBDDFD17894}" presName="comp" presStyleCnt="0"/>
      <dgm:spPr/>
    </dgm:pt>
    <dgm:pt modelId="{D51E6288-5BA2-4BE3-A21E-7E2CB7C19FC1}" type="pres">
      <dgm:prSet presAssocID="{8154C8F9-6883-4D30-BE0D-6DBDDFD17894}" presName="rect2" presStyleLbl="node1" presStyleIdx="0" presStyleCnt="2" custLinFactNeighborX="-31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0652A711-B7AB-4618-8D85-7442922D66AA}" type="pres">
      <dgm:prSet presAssocID="{8154C8F9-6883-4D30-BE0D-6DBDDFD17894}" presName="rect1" presStyleLbl="lnNode1" presStyleIdx="0" presStyleCnt="2" custLinFactX="200000" custLinFactY="83661" custLinFactNeighborX="232000" custLinFactNeighborY="100000"/>
      <dgm:spPr>
        <a:solidFill>
          <a:srgbClr val="33CCFF"/>
        </a:solidFill>
      </dgm:spPr>
    </dgm:pt>
    <dgm:pt modelId="{15F03D60-86B7-4589-8EBC-FF2E24DC71D0}" type="pres">
      <dgm:prSet presAssocID="{3B62A54D-5962-4345-87B8-E951DBFF9878}" presName="sibTrans" presStyleCnt="0"/>
      <dgm:spPr/>
    </dgm:pt>
    <dgm:pt modelId="{75267AD1-1BA1-42C5-AAE1-DE2CEDB36818}" type="pres">
      <dgm:prSet presAssocID="{FDC8D6F2-EB8C-485E-85BB-619FEEC7CC89}" presName="comp" presStyleCnt="0"/>
      <dgm:spPr/>
    </dgm:pt>
    <dgm:pt modelId="{4CA429E9-71F3-470F-8FF6-CADA5BF551FB}" type="pres">
      <dgm:prSet presAssocID="{FDC8D6F2-EB8C-485E-85BB-619FEEC7CC89}" presName="rect2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A370E152-B786-442E-9FA6-92BDB1ABD71B}" type="pres">
      <dgm:prSet presAssocID="{FDC8D6F2-EB8C-485E-85BB-619FEEC7CC89}" presName="rect1" presStyleLbl="lnNode1" presStyleIdx="1" presStyleCnt="2" custLinFactX="100000" custLinFactNeighborX="111000" custLinFactNeighborY="42340"/>
      <dgm:spPr>
        <a:solidFill>
          <a:schemeClr val="bg1"/>
        </a:solidFill>
        <a:ln>
          <a:noFill/>
        </a:ln>
      </dgm:spPr>
    </dgm:pt>
  </dgm:ptLst>
  <dgm:cxnLst>
    <dgm:cxn modelId="{D28FA6A3-9F22-4DFB-B6BA-FC3EAE2BA8C4}" type="presOf" srcId="{8154C8F9-6883-4D30-BE0D-6DBDDFD17894}" destId="{D51E6288-5BA2-4BE3-A21E-7E2CB7C19FC1}" srcOrd="0" destOrd="0" presId="urn:microsoft.com/office/officeart/2008/layout/AlternatingPictureBlocks"/>
    <dgm:cxn modelId="{10CE6D0C-F580-4467-9FAB-F95D3056A3DA}" srcId="{E8902473-430A-4856-A18A-9ED1C55405E1}" destId="{FDC8D6F2-EB8C-485E-85BB-619FEEC7CC89}" srcOrd="1" destOrd="0" parTransId="{74CFE22B-DEE8-4856-A0C1-6617C8567382}" sibTransId="{0282B670-BC35-4E4A-A2E9-156FAF43E112}"/>
    <dgm:cxn modelId="{EE347CDE-356A-44BC-B818-F991A0862225}" type="presOf" srcId="{FDC8D6F2-EB8C-485E-85BB-619FEEC7CC89}" destId="{4CA429E9-71F3-470F-8FF6-CADA5BF551FB}" srcOrd="0" destOrd="0" presId="urn:microsoft.com/office/officeart/2008/layout/AlternatingPictureBlocks"/>
    <dgm:cxn modelId="{1C2B5D75-E297-444B-AEE4-454985910A56}" srcId="{E8902473-430A-4856-A18A-9ED1C55405E1}" destId="{8154C8F9-6883-4D30-BE0D-6DBDDFD17894}" srcOrd="0" destOrd="0" parTransId="{6BC0BF55-0D9C-4616-9494-24BCCB87C7EC}" sibTransId="{3B62A54D-5962-4345-87B8-E951DBFF9878}"/>
    <dgm:cxn modelId="{C8DAF986-5AB4-4938-BB06-FDBEC8569BAA}" type="presOf" srcId="{E8902473-430A-4856-A18A-9ED1C55405E1}" destId="{8D0AEA8D-851E-4608-9964-08846C9F2369}" srcOrd="0" destOrd="0" presId="urn:microsoft.com/office/officeart/2008/layout/AlternatingPictureBlocks"/>
    <dgm:cxn modelId="{D8D82AB8-7B09-41A6-9A5E-AAB6A4AA21DB}" type="presParOf" srcId="{8D0AEA8D-851E-4608-9964-08846C9F2369}" destId="{DEAD30EA-C17F-4501-A245-A3766E43E974}" srcOrd="0" destOrd="0" presId="urn:microsoft.com/office/officeart/2008/layout/AlternatingPictureBlocks"/>
    <dgm:cxn modelId="{B710F5C2-C982-410C-9E2C-ED2B638EE357}" type="presParOf" srcId="{DEAD30EA-C17F-4501-A245-A3766E43E974}" destId="{D51E6288-5BA2-4BE3-A21E-7E2CB7C19FC1}" srcOrd="0" destOrd="0" presId="urn:microsoft.com/office/officeart/2008/layout/AlternatingPictureBlocks"/>
    <dgm:cxn modelId="{64AFA633-B860-43A4-A3C4-1E249F71024C}" type="presParOf" srcId="{DEAD30EA-C17F-4501-A245-A3766E43E974}" destId="{0652A711-B7AB-4618-8D85-7442922D66AA}" srcOrd="1" destOrd="0" presId="urn:microsoft.com/office/officeart/2008/layout/AlternatingPictureBlocks"/>
    <dgm:cxn modelId="{E9E10688-576D-4D1D-953F-B83E8858932E}" type="presParOf" srcId="{8D0AEA8D-851E-4608-9964-08846C9F2369}" destId="{15F03D60-86B7-4589-8EBC-FF2E24DC71D0}" srcOrd="1" destOrd="0" presId="urn:microsoft.com/office/officeart/2008/layout/AlternatingPictureBlocks"/>
    <dgm:cxn modelId="{92E32AD1-CF30-471C-9F93-4B703AC03E08}" type="presParOf" srcId="{8D0AEA8D-851E-4608-9964-08846C9F2369}" destId="{75267AD1-1BA1-42C5-AAE1-DE2CEDB36818}" srcOrd="2" destOrd="0" presId="urn:microsoft.com/office/officeart/2008/layout/AlternatingPictureBlocks"/>
    <dgm:cxn modelId="{F9122F22-680A-4C16-BE7B-C11A3082BAE9}" type="presParOf" srcId="{75267AD1-1BA1-42C5-AAE1-DE2CEDB36818}" destId="{4CA429E9-71F3-470F-8FF6-CADA5BF551FB}" srcOrd="0" destOrd="0" presId="urn:microsoft.com/office/officeart/2008/layout/AlternatingPictureBlocks"/>
    <dgm:cxn modelId="{00092C92-3D3A-474A-9316-1420D2668E58}" type="presParOf" srcId="{75267AD1-1BA1-42C5-AAE1-DE2CEDB36818}" destId="{A370E152-B786-442E-9FA6-92BDB1ABD71B}" srcOrd="1" destOrd="0" presId="urn:microsoft.com/office/officeart/2008/layout/AlternatingPictureBlock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71486A9-75D2-4A25-8726-7F4AC9C8B1DA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E613E90F-515E-4CA8-8827-130D9F1457F2}">
      <dgm:prSet phldrT="[Texto]"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gm:spPr>
      <dgm:t>
        <a:bodyPr/>
        <a:lstStyle/>
        <a:p>
          <a:r>
            <a:rPr lang="es-MX" b="1" dirty="0" smtClean="0">
              <a:latin typeface="Century Gothic" panose="020B0502020202020204" pitchFamily="34" charset="0"/>
            </a:rPr>
            <a:t>¿PARA QUÉ SIRVE?</a:t>
          </a:r>
          <a:endParaRPr lang="es-MX" b="1" dirty="0">
            <a:latin typeface="Century Gothic" panose="020B0502020202020204" pitchFamily="34" charset="0"/>
          </a:endParaRPr>
        </a:p>
      </dgm:t>
    </dgm:pt>
    <dgm:pt modelId="{D21E2057-2BFD-4C85-9C43-F5BD26D34606}" type="parTrans" cxnId="{C3E8945A-B295-4AC6-933F-9DF3BC4BB872}">
      <dgm:prSet/>
      <dgm:spPr/>
      <dgm:t>
        <a:bodyPr/>
        <a:lstStyle/>
        <a:p>
          <a:endParaRPr lang="es-MX"/>
        </a:p>
      </dgm:t>
    </dgm:pt>
    <dgm:pt modelId="{96795B22-052A-4845-9CBF-D4F70086F5A2}" type="sibTrans" cxnId="{C3E8945A-B295-4AC6-933F-9DF3BC4BB872}">
      <dgm:prSet/>
      <dgm:spPr/>
      <dgm:t>
        <a:bodyPr/>
        <a:lstStyle/>
        <a:p>
          <a:endParaRPr lang="es-MX"/>
        </a:p>
      </dgm:t>
    </dgm:pt>
    <dgm:pt modelId="{067B44AC-7924-4FF0-904A-A30D2C7F3AF5}">
      <dgm:prSet phldrT="[Texto]"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gm:spPr>
      <dgm:t>
        <a:bodyPr/>
        <a:lstStyle/>
        <a:p>
          <a:r>
            <a:rPr lang="es-MX" dirty="0" smtClean="0">
              <a:latin typeface="Century Gothic" panose="020B0502020202020204" pitchFamily="34" charset="0"/>
            </a:rPr>
            <a:t>Predecir cuáles pueden ser los fallos potenciales que se pueden producir en el diseño y ejecución de productos o de servicios, detectando las causas que los originan.</a:t>
          </a:r>
          <a:endParaRPr lang="es-MX" dirty="0"/>
        </a:p>
      </dgm:t>
    </dgm:pt>
    <dgm:pt modelId="{516A851A-B94C-44BF-BC6A-FFB9C2B6C466}" type="parTrans" cxnId="{D4E43DBF-51EF-4E90-8D45-5D2B24FAFD47}">
      <dgm:prSet/>
      <dgm:spPr/>
      <dgm:t>
        <a:bodyPr/>
        <a:lstStyle/>
        <a:p>
          <a:endParaRPr lang="es-MX"/>
        </a:p>
      </dgm:t>
    </dgm:pt>
    <dgm:pt modelId="{DD68FBAD-B815-4D6D-A0DB-85CD068BB015}" type="sibTrans" cxnId="{D4E43DBF-51EF-4E90-8D45-5D2B24FAFD47}">
      <dgm:prSet/>
      <dgm:spPr/>
      <dgm:t>
        <a:bodyPr/>
        <a:lstStyle/>
        <a:p>
          <a:endParaRPr lang="es-MX"/>
        </a:p>
      </dgm:t>
    </dgm:pt>
    <dgm:pt modelId="{1D424BB8-53BF-434A-BB89-94C4E5D68566}">
      <dgm:prSet phldrT="[Texto]"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gm:spPr>
      <dgm:t>
        <a:bodyPr/>
        <a:lstStyle/>
        <a:p>
          <a:r>
            <a:rPr lang="es-MX" dirty="0" smtClean="0">
              <a:latin typeface="Century Gothic" panose="020B0502020202020204" pitchFamily="34" charset="0"/>
            </a:rPr>
            <a:t>Establecer acciones preventivas y correctivas para evitar que se puedan producir esos fallos y obtener mayor fiabilidad de los proyectos, procesos y medios de producción.</a:t>
          </a:r>
          <a:endParaRPr lang="es-MX" dirty="0"/>
        </a:p>
      </dgm:t>
    </dgm:pt>
    <dgm:pt modelId="{3BEAB828-860E-497B-B0B6-D3AE020F8681}" type="parTrans" cxnId="{E2B1E85A-4E59-4AF1-9D01-2C405E40ED2B}">
      <dgm:prSet/>
      <dgm:spPr/>
      <dgm:t>
        <a:bodyPr/>
        <a:lstStyle/>
        <a:p>
          <a:endParaRPr lang="es-MX"/>
        </a:p>
      </dgm:t>
    </dgm:pt>
    <dgm:pt modelId="{20A01BF2-C4D5-4C61-9C6B-41CAEEA502DD}" type="sibTrans" cxnId="{E2B1E85A-4E59-4AF1-9D01-2C405E40ED2B}">
      <dgm:prSet/>
      <dgm:spPr/>
      <dgm:t>
        <a:bodyPr/>
        <a:lstStyle/>
        <a:p>
          <a:endParaRPr lang="es-MX"/>
        </a:p>
      </dgm:t>
    </dgm:pt>
    <dgm:pt modelId="{7B463C1F-2D16-4328-90CA-D3BDBB9F75F5}">
      <dgm:prSet phldrT="[Texto]"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gm:spPr>
      <dgm:t>
        <a:bodyPr/>
        <a:lstStyle/>
        <a:p>
          <a:r>
            <a:rPr lang="es-ES" dirty="0" smtClean="0">
              <a:latin typeface="Century Gothic" panose="020B0502020202020204" pitchFamily="34" charset="0"/>
              <a:ea typeface="Arial" panose="020B0604020202020204" pitchFamily="34" charset="0"/>
            </a:rPr>
            <a:t>Analizar y evaluar la eficacia de las acciones adoptadas.</a:t>
          </a:r>
          <a:endParaRPr lang="es-MX" dirty="0"/>
        </a:p>
      </dgm:t>
    </dgm:pt>
    <dgm:pt modelId="{21EAED58-9445-40E1-8664-16C9D6F5F045}" type="parTrans" cxnId="{B722661A-52A7-4714-A38F-58124C93541E}">
      <dgm:prSet/>
      <dgm:spPr/>
      <dgm:t>
        <a:bodyPr/>
        <a:lstStyle/>
        <a:p>
          <a:endParaRPr lang="es-MX"/>
        </a:p>
      </dgm:t>
    </dgm:pt>
    <dgm:pt modelId="{E476CF0C-8570-4553-A294-871FD444B7EA}" type="sibTrans" cxnId="{B722661A-52A7-4714-A38F-58124C93541E}">
      <dgm:prSet/>
      <dgm:spPr/>
      <dgm:t>
        <a:bodyPr/>
        <a:lstStyle/>
        <a:p>
          <a:endParaRPr lang="es-MX"/>
        </a:p>
      </dgm:t>
    </dgm:pt>
    <dgm:pt modelId="{6470EE4E-A095-4C8F-AF50-FA9204BCBB1F}">
      <dgm:prSet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gm:spPr>
      <dgm:t>
        <a:bodyPr/>
        <a:lstStyle/>
        <a:p>
          <a:r>
            <a:rPr lang="es-MX" dirty="0" smtClean="0">
              <a:solidFill>
                <a:srgbClr val="000000"/>
              </a:solidFill>
              <a:latin typeface="Century Gothic" panose="020B0502020202020204" pitchFamily="34" charset="0"/>
              <a:ea typeface="Arial Unicode MS" panose="020B0604020202020204" pitchFamily="34" charset="-128"/>
              <a:cs typeface="Arial Unicode MS" panose="020B0604020202020204" pitchFamily="34" charset="-128"/>
            </a:rPr>
            <a:t>Sensibilizar al personal de la importancia del trabajo en equipo, buscando que la prevención provenga de su propio compromiso, detecten las causas que los originan, propongan acciones correctivas y valoren los resultados.</a:t>
          </a:r>
          <a:endParaRPr lang="es-MX" dirty="0"/>
        </a:p>
      </dgm:t>
    </dgm:pt>
    <dgm:pt modelId="{666C90F4-322F-46EB-A664-8AE4E3C30A70}" type="parTrans" cxnId="{4B998D52-DDE0-48B3-94AE-535098594DF6}">
      <dgm:prSet/>
      <dgm:spPr/>
      <dgm:t>
        <a:bodyPr/>
        <a:lstStyle/>
        <a:p>
          <a:endParaRPr lang="es-MX"/>
        </a:p>
      </dgm:t>
    </dgm:pt>
    <dgm:pt modelId="{1F96BCCB-908D-4958-8698-5228D7D039D9}" type="sibTrans" cxnId="{4B998D52-DDE0-48B3-94AE-535098594DF6}">
      <dgm:prSet/>
      <dgm:spPr/>
      <dgm:t>
        <a:bodyPr/>
        <a:lstStyle/>
        <a:p>
          <a:endParaRPr lang="es-MX"/>
        </a:p>
      </dgm:t>
    </dgm:pt>
    <dgm:pt modelId="{D8E49F48-007E-44EB-A95C-62DBE45BB5F2}" type="pres">
      <dgm:prSet presAssocID="{571486A9-75D2-4A25-8726-7F4AC9C8B1DA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es-MX"/>
        </a:p>
      </dgm:t>
    </dgm:pt>
    <dgm:pt modelId="{A5F5519A-91E6-4163-8A73-93481D2FDA23}" type="pres">
      <dgm:prSet presAssocID="{E613E90F-515E-4CA8-8827-130D9F1457F2}" presName="thickLine" presStyleLbl="alignNode1" presStyleIdx="0" presStyleCnt="1"/>
      <dgm:spPr/>
    </dgm:pt>
    <dgm:pt modelId="{99AA1368-79EB-4B9C-9AD1-56E79D72021C}" type="pres">
      <dgm:prSet presAssocID="{E613E90F-515E-4CA8-8827-130D9F1457F2}" presName="horz1" presStyleCnt="0"/>
      <dgm:spPr/>
    </dgm:pt>
    <dgm:pt modelId="{7A384692-CCA2-463D-9889-2779B53B394F}" type="pres">
      <dgm:prSet presAssocID="{E613E90F-515E-4CA8-8827-130D9F1457F2}" presName="tx1" presStyleLbl="revTx" presStyleIdx="0" presStyleCnt="5"/>
      <dgm:spPr/>
      <dgm:t>
        <a:bodyPr/>
        <a:lstStyle/>
        <a:p>
          <a:endParaRPr lang="es-MX"/>
        </a:p>
      </dgm:t>
    </dgm:pt>
    <dgm:pt modelId="{B44182A8-9E40-475C-8237-4EC1D61384A9}" type="pres">
      <dgm:prSet presAssocID="{E613E90F-515E-4CA8-8827-130D9F1457F2}" presName="vert1" presStyleCnt="0"/>
      <dgm:spPr/>
    </dgm:pt>
    <dgm:pt modelId="{8A99D0B4-9259-4B4D-B4AB-B22E8E267C5F}" type="pres">
      <dgm:prSet presAssocID="{067B44AC-7924-4FF0-904A-A30D2C7F3AF5}" presName="vertSpace2a" presStyleCnt="0"/>
      <dgm:spPr/>
    </dgm:pt>
    <dgm:pt modelId="{0087ED09-9964-4C83-BDFA-66514019E3A1}" type="pres">
      <dgm:prSet presAssocID="{067B44AC-7924-4FF0-904A-A30D2C7F3AF5}" presName="horz2" presStyleCnt="0"/>
      <dgm:spPr/>
    </dgm:pt>
    <dgm:pt modelId="{D0DD84DD-B839-4C11-9ECE-6AA94ED7FE85}" type="pres">
      <dgm:prSet presAssocID="{067B44AC-7924-4FF0-904A-A30D2C7F3AF5}" presName="horzSpace2" presStyleCnt="0"/>
      <dgm:spPr/>
    </dgm:pt>
    <dgm:pt modelId="{39CBDF9D-9E38-49DC-B09D-4CA643E1AD73}" type="pres">
      <dgm:prSet presAssocID="{067B44AC-7924-4FF0-904A-A30D2C7F3AF5}" presName="tx2" presStyleLbl="revTx" presStyleIdx="1" presStyleCnt="5"/>
      <dgm:spPr/>
      <dgm:t>
        <a:bodyPr/>
        <a:lstStyle/>
        <a:p>
          <a:endParaRPr lang="es-MX"/>
        </a:p>
      </dgm:t>
    </dgm:pt>
    <dgm:pt modelId="{636ACF87-A8C2-4762-81B7-5472C496A576}" type="pres">
      <dgm:prSet presAssocID="{067B44AC-7924-4FF0-904A-A30D2C7F3AF5}" presName="vert2" presStyleCnt="0"/>
      <dgm:spPr/>
    </dgm:pt>
    <dgm:pt modelId="{F3DAFBAD-60E3-4A63-9F31-F2B1301C2754}" type="pres">
      <dgm:prSet presAssocID="{067B44AC-7924-4FF0-904A-A30D2C7F3AF5}" presName="thinLine2b" presStyleLbl="callout" presStyleIdx="0" presStyleCnt="4"/>
      <dgm:spPr>
        <a:ln w="28575">
          <a:solidFill>
            <a:srgbClr val="FF0000"/>
          </a:solidFill>
        </a:ln>
      </dgm:spPr>
    </dgm:pt>
    <dgm:pt modelId="{279FB957-57DD-4D73-A68F-EED9AC16A1F4}" type="pres">
      <dgm:prSet presAssocID="{067B44AC-7924-4FF0-904A-A30D2C7F3AF5}" presName="vertSpace2b" presStyleCnt="0"/>
      <dgm:spPr/>
    </dgm:pt>
    <dgm:pt modelId="{48C984E6-45EF-473B-BD65-98D6831E64E6}" type="pres">
      <dgm:prSet presAssocID="{1D424BB8-53BF-434A-BB89-94C4E5D68566}" presName="horz2" presStyleCnt="0"/>
      <dgm:spPr/>
    </dgm:pt>
    <dgm:pt modelId="{012F3040-4A9D-4B78-8B9A-79976768F918}" type="pres">
      <dgm:prSet presAssocID="{1D424BB8-53BF-434A-BB89-94C4E5D68566}" presName="horzSpace2" presStyleCnt="0"/>
      <dgm:spPr/>
    </dgm:pt>
    <dgm:pt modelId="{2AEB6707-1F07-4E55-86FB-EC89F65E841F}" type="pres">
      <dgm:prSet presAssocID="{1D424BB8-53BF-434A-BB89-94C4E5D68566}" presName="tx2" presStyleLbl="revTx" presStyleIdx="2" presStyleCnt="5"/>
      <dgm:spPr/>
      <dgm:t>
        <a:bodyPr/>
        <a:lstStyle/>
        <a:p>
          <a:endParaRPr lang="es-MX"/>
        </a:p>
      </dgm:t>
    </dgm:pt>
    <dgm:pt modelId="{DA58D5F3-9581-4628-91E9-F1D95903DFF1}" type="pres">
      <dgm:prSet presAssocID="{1D424BB8-53BF-434A-BB89-94C4E5D68566}" presName="vert2" presStyleCnt="0"/>
      <dgm:spPr/>
    </dgm:pt>
    <dgm:pt modelId="{321E5FBB-8039-4483-B844-4698E9CFD11C}" type="pres">
      <dgm:prSet presAssocID="{1D424BB8-53BF-434A-BB89-94C4E5D68566}" presName="thinLine2b" presStyleLbl="callout" presStyleIdx="1" presStyleCnt="4"/>
      <dgm:spPr>
        <a:ln w="28575">
          <a:solidFill>
            <a:srgbClr val="FF6600"/>
          </a:solidFill>
        </a:ln>
      </dgm:spPr>
    </dgm:pt>
    <dgm:pt modelId="{F6F795D6-7C95-405E-82C2-18A59FC6EEC5}" type="pres">
      <dgm:prSet presAssocID="{1D424BB8-53BF-434A-BB89-94C4E5D68566}" presName="vertSpace2b" presStyleCnt="0"/>
      <dgm:spPr/>
    </dgm:pt>
    <dgm:pt modelId="{4820666F-3B99-4998-B5F7-B7891E9EE5AA}" type="pres">
      <dgm:prSet presAssocID="{7B463C1F-2D16-4328-90CA-D3BDBB9F75F5}" presName="horz2" presStyleCnt="0"/>
      <dgm:spPr/>
    </dgm:pt>
    <dgm:pt modelId="{BD65F0F5-4E19-4435-B9FA-36F6B04EAEC2}" type="pres">
      <dgm:prSet presAssocID="{7B463C1F-2D16-4328-90CA-D3BDBB9F75F5}" presName="horzSpace2" presStyleCnt="0"/>
      <dgm:spPr/>
    </dgm:pt>
    <dgm:pt modelId="{F095F1DA-F779-4683-805F-222CB23BED73}" type="pres">
      <dgm:prSet presAssocID="{7B463C1F-2D16-4328-90CA-D3BDBB9F75F5}" presName="tx2" presStyleLbl="revTx" presStyleIdx="3" presStyleCnt="5"/>
      <dgm:spPr/>
      <dgm:t>
        <a:bodyPr/>
        <a:lstStyle/>
        <a:p>
          <a:endParaRPr lang="es-MX"/>
        </a:p>
      </dgm:t>
    </dgm:pt>
    <dgm:pt modelId="{5B99DE87-D2B3-4E02-AB51-7A10A2FB7CA7}" type="pres">
      <dgm:prSet presAssocID="{7B463C1F-2D16-4328-90CA-D3BDBB9F75F5}" presName="vert2" presStyleCnt="0"/>
      <dgm:spPr/>
    </dgm:pt>
    <dgm:pt modelId="{AC7B7018-7391-47D7-8AD7-7F5457ED76F9}" type="pres">
      <dgm:prSet presAssocID="{7B463C1F-2D16-4328-90CA-D3BDBB9F75F5}" presName="thinLine2b" presStyleLbl="callout" presStyleIdx="2" presStyleCnt="4"/>
      <dgm:spPr>
        <a:ln w="28575">
          <a:solidFill>
            <a:srgbClr val="FF9933"/>
          </a:solidFill>
        </a:ln>
      </dgm:spPr>
    </dgm:pt>
    <dgm:pt modelId="{B482C668-4064-4186-B877-92B50DF3A1A3}" type="pres">
      <dgm:prSet presAssocID="{7B463C1F-2D16-4328-90CA-D3BDBB9F75F5}" presName="vertSpace2b" presStyleCnt="0"/>
      <dgm:spPr/>
    </dgm:pt>
    <dgm:pt modelId="{E498A396-AC8D-4DB0-9367-9EFE318FB026}" type="pres">
      <dgm:prSet presAssocID="{6470EE4E-A095-4C8F-AF50-FA9204BCBB1F}" presName="horz2" presStyleCnt="0"/>
      <dgm:spPr/>
    </dgm:pt>
    <dgm:pt modelId="{17938A59-C017-42F3-8D3D-827553A88F63}" type="pres">
      <dgm:prSet presAssocID="{6470EE4E-A095-4C8F-AF50-FA9204BCBB1F}" presName="horzSpace2" presStyleCnt="0"/>
      <dgm:spPr/>
    </dgm:pt>
    <dgm:pt modelId="{4069A447-9098-4FB1-9D9D-CCA207F9E591}" type="pres">
      <dgm:prSet presAssocID="{6470EE4E-A095-4C8F-AF50-FA9204BCBB1F}" presName="tx2" presStyleLbl="revTx" presStyleIdx="4" presStyleCnt="5"/>
      <dgm:spPr/>
      <dgm:t>
        <a:bodyPr/>
        <a:lstStyle/>
        <a:p>
          <a:endParaRPr lang="es-MX"/>
        </a:p>
      </dgm:t>
    </dgm:pt>
    <dgm:pt modelId="{4110A75B-C2B2-44D2-B146-0D75A0BBD1E8}" type="pres">
      <dgm:prSet presAssocID="{6470EE4E-A095-4C8F-AF50-FA9204BCBB1F}" presName="vert2" presStyleCnt="0"/>
      <dgm:spPr/>
    </dgm:pt>
    <dgm:pt modelId="{AD1E514D-5D8A-4E1E-9FCE-A68BE1CBF711}" type="pres">
      <dgm:prSet presAssocID="{6470EE4E-A095-4C8F-AF50-FA9204BCBB1F}" presName="thinLine2b" presStyleLbl="callout" presStyleIdx="3" presStyleCnt="4"/>
      <dgm:spPr>
        <a:ln w="28575">
          <a:solidFill>
            <a:srgbClr val="FFC000"/>
          </a:solidFill>
        </a:ln>
      </dgm:spPr>
    </dgm:pt>
    <dgm:pt modelId="{C1095716-043C-4677-935C-1C21A5BE87CF}" type="pres">
      <dgm:prSet presAssocID="{6470EE4E-A095-4C8F-AF50-FA9204BCBB1F}" presName="vertSpace2b" presStyleCnt="0"/>
      <dgm:spPr/>
    </dgm:pt>
  </dgm:ptLst>
  <dgm:cxnLst>
    <dgm:cxn modelId="{60A3921C-05B4-4B0F-8DC1-9AA8B956B368}" type="presOf" srcId="{7B463C1F-2D16-4328-90CA-D3BDBB9F75F5}" destId="{F095F1DA-F779-4683-805F-222CB23BED73}" srcOrd="0" destOrd="0" presId="urn:microsoft.com/office/officeart/2008/layout/LinedList"/>
    <dgm:cxn modelId="{F7F9E624-F247-4A97-B3FB-90883AE8187B}" type="presOf" srcId="{E613E90F-515E-4CA8-8827-130D9F1457F2}" destId="{7A384692-CCA2-463D-9889-2779B53B394F}" srcOrd="0" destOrd="0" presId="urn:microsoft.com/office/officeart/2008/layout/LinedList"/>
    <dgm:cxn modelId="{D4E43DBF-51EF-4E90-8D45-5D2B24FAFD47}" srcId="{E613E90F-515E-4CA8-8827-130D9F1457F2}" destId="{067B44AC-7924-4FF0-904A-A30D2C7F3AF5}" srcOrd="0" destOrd="0" parTransId="{516A851A-B94C-44BF-BC6A-FFB9C2B6C466}" sibTransId="{DD68FBAD-B815-4D6D-A0DB-85CD068BB015}"/>
    <dgm:cxn modelId="{3DEFDE50-EA32-44B9-A567-9BC5EFF2E120}" type="presOf" srcId="{067B44AC-7924-4FF0-904A-A30D2C7F3AF5}" destId="{39CBDF9D-9E38-49DC-B09D-4CA643E1AD73}" srcOrd="0" destOrd="0" presId="urn:microsoft.com/office/officeart/2008/layout/LinedList"/>
    <dgm:cxn modelId="{C3E8945A-B295-4AC6-933F-9DF3BC4BB872}" srcId="{571486A9-75D2-4A25-8726-7F4AC9C8B1DA}" destId="{E613E90F-515E-4CA8-8827-130D9F1457F2}" srcOrd="0" destOrd="0" parTransId="{D21E2057-2BFD-4C85-9C43-F5BD26D34606}" sibTransId="{96795B22-052A-4845-9CBF-D4F70086F5A2}"/>
    <dgm:cxn modelId="{2EA7B5AE-870D-4BD7-94C8-AC2FBADCF901}" type="presOf" srcId="{571486A9-75D2-4A25-8726-7F4AC9C8B1DA}" destId="{D8E49F48-007E-44EB-A95C-62DBE45BB5F2}" srcOrd="0" destOrd="0" presId="urn:microsoft.com/office/officeart/2008/layout/LinedList"/>
    <dgm:cxn modelId="{4B998D52-DDE0-48B3-94AE-535098594DF6}" srcId="{E613E90F-515E-4CA8-8827-130D9F1457F2}" destId="{6470EE4E-A095-4C8F-AF50-FA9204BCBB1F}" srcOrd="3" destOrd="0" parTransId="{666C90F4-322F-46EB-A664-8AE4E3C30A70}" sibTransId="{1F96BCCB-908D-4958-8698-5228D7D039D9}"/>
    <dgm:cxn modelId="{107724B7-0DA9-4971-8CF0-3F592B1E7AB5}" type="presOf" srcId="{6470EE4E-A095-4C8F-AF50-FA9204BCBB1F}" destId="{4069A447-9098-4FB1-9D9D-CCA207F9E591}" srcOrd="0" destOrd="0" presId="urn:microsoft.com/office/officeart/2008/layout/LinedList"/>
    <dgm:cxn modelId="{E2B1E85A-4E59-4AF1-9D01-2C405E40ED2B}" srcId="{E613E90F-515E-4CA8-8827-130D9F1457F2}" destId="{1D424BB8-53BF-434A-BB89-94C4E5D68566}" srcOrd="1" destOrd="0" parTransId="{3BEAB828-860E-497B-B0B6-D3AE020F8681}" sibTransId="{20A01BF2-C4D5-4C61-9C6B-41CAEEA502DD}"/>
    <dgm:cxn modelId="{8E952E94-3E51-4C99-9312-AA3951DA3067}" type="presOf" srcId="{1D424BB8-53BF-434A-BB89-94C4E5D68566}" destId="{2AEB6707-1F07-4E55-86FB-EC89F65E841F}" srcOrd="0" destOrd="0" presId="urn:microsoft.com/office/officeart/2008/layout/LinedList"/>
    <dgm:cxn modelId="{B722661A-52A7-4714-A38F-58124C93541E}" srcId="{E613E90F-515E-4CA8-8827-130D9F1457F2}" destId="{7B463C1F-2D16-4328-90CA-D3BDBB9F75F5}" srcOrd="2" destOrd="0" parTransId="{21EAED58-9445-40E1-8664-16C9D6F5F045}" sibTransId="{E476CF0C-8570-4553-A294-871FD444B7EA}"/>
    <dgm:cxn modelId="{DFD5FD4B-7FB8-4CFC-B1FF-FCC785EBD848}" type="presParOf" srcId="{D8E49F48-007E-44EB-A95C-62DBE45BB5F2}" destId="{A5F5519A-91E6-4163-8A73-93481D2FDA23}" srcOrd="0" destOrd="0" presId="urn:microsoft.com/office/officeart/2008/layout/LinedList"/>
    <dgm:cxn modelId="{041E4E48-049A-494C-8697-329930FC0A58}" type="presParOf" srcId="{D8E49F48-007E-44EB-A95C-62DBE45BB5F2}" destId="{99AA1368-79EB-4B9C-9AD1-56E79D72021C}" srcOrd="1" destOrd="0" presId="urn:microsoft.com/office/officeart/2008/layout/LinedList"/>
    <dgm:cxn modelId="{FB3A755A-2177-473E-8086-378DC8E1FF7F}" type="presParOf" srcId="{99AA1368-79EB-4B9C-9AD1-56E79D72021C}" destId="{7A384692-CCA2-463D-9889-2779B53B394F}" srcOrd="0" destOrd="0" presId="urn:microsoft.com/office/officeart/2008/layout/LinedList"/>
    <dgm:cxn modelId="{B2F63086-02CE-4732-9C1C-AD03DC58DA06}" type="presParOf" srcId="{99AA1368-79EB-4B9C-9AD1-56E79D72021C}" destId="{B44182A8-9E40-475C-8237-4EC1D61384A9}" srcOrd="1" destOrd="0" presId="urn:microsoft.com/office/officeart/2008/layout/LinedList"/>
    <dgm:cxn modelId="{714DDF07-2851-4896-AE4D-29FCEFA80C51}" type="presParOf" srcId="{B44182A8-9E40-475C-8237-4EC1D61384A9}" destId="{8A99D0B4-9259-4B4D-B4AB-B22E8E267C5F}" srcOrd="0" destOrd="0" presId="urn:microsoft.com/office/officeart/2008/layout/LinedList"/>
    <dgm:cxn modelId="{0DAE7F43-8B48-408E-AAC0-0CA47EEE2063}" type="presParOf" srcId="{B44182A8-9E40-475C-8237-4EC1D61384A9}" destId="{0087ED09-9964-4C83-BDFA-66514019E3A1}" srcOrd="1" destOrd="0" presId="urn:microsoft.com/office/officeart/2008/layout/LinedList"/>
    <dgm:cxn modelId="{E62A31A9-88A9-4CD9-A48A-C1633E32B3E6}" type="presParOf" srcId="{0087ED09-9964-4C83-BDFA-66514019E3A1}" destId="{D0DD84DD-B839-4C11-9ECE-6AA94ED7FE85}" srcOrd="0" destOrd="0" presId="urn:microsoft.com/office/officeart/2008/layout/LinedList"/>
    <dgm:cxn modelId="{94F7D528-B1A2-49BD-AF1E-4751E9F4B216}" type="presParOf" srcId="{0087ED09-9964-4C83-BDFA-66514019E3A1}" destId="{39CBDF9D-9E38-49DC-B09D-4CA643E1AD73}" srcOrd="1" destOrd="0" presId="urn:microsoft.com/office/officeart/2008/layout/LinedList"/>
    <dgm:cxn modelId="{49730A66-B7FF-47F5-BBAB-2F2D2CE38233}" type="presParOf" srcId="{0087ED09-9964-4C83-BDFA-66514019E3A1}" destId="{636ACF87-A8C2-4762-81B7-5472C496A576}" srcOrd="2" destOrd="0" presId="urn:microsoft.com/office/officeart/2008/layout/LinedList"/>
    <dgm:cxn modelId="{55B48C16-8F74-497E-8F99-EFA37A9C0A07}" type="presParOf" srcId="{B44182A8-9E40-475C-8237-4EC1D61384A9}" destId="{F3DAFBAD-60E3-4A63-9F31-F2B1301C2754}" srcOrd="2" destOrd="0" presId="urn:microsoft.com/office/officeart/2008/layout/LinedList"/>
    <dgm:cxn modelId="{EE1D0D81-5F69-4714-A66B-82DD52461DF3}" type="presParOf" srcId="{B44182A8-9E40-475C-8237-4EC1D61384A9}" destId="{279FB957-57DD-4D73-A68F-EED9AC16A1F4}" srcOrd="3" destOrd="0" presId="urn:microsoft.com/office/officeart/2008/layout/LinedList"/>
    <dgm:cxn modelId="{60D1FFBF-3D0B-444C-AB3E-FD384A3390F8}" type="presParOf" srcId="{B44182A8-9E40-475C-8237-4EC1D61384A9}" destId="{48C984E6-45EF-473B-BD65-98D6831E64E6}" srcOrd="4" destOrd="0" presId="urn:microsoft.com/office/officeart/2008/layout/LinedList"/>
    <dgm:cxn modelId="{0F34E59B-13DD-45C3-8884-D98F15FB36F1}" type="presParOf" srcId="{48C984E6-45EF-473B-BD65-98D6831E64E6}" destId="{012F3040-4A9D-4B78-8B9A-79976768F918}" srcOrd="0" destOrd="0" presId="urn:microsoft.com/office/officeart/2008/layout/LinedList"/>
    <dgm:cxn modelId="{0793E3A2-960B-4022-B590-8A796266B7E7}" type="presParOf" srcId="{48C984E6-45EF-473B-BD65-98D6831E64E6}" destId="{2AEB6707-1F07-4E55-86FB-EC89F65E841F}" srcOrd="1" destOrd="0" presId="urn:microsoft.com/office/officeart/2008/layout/LinedList"/>
    <dgm:cxn modelId="{45B6FBDB-F2F6-48AA-8445-83F2BF34B85B}" type="presParOf" srcId="{48C984E6-45EF-473B-BD65-98D6831E64E6}" destId="{DA58D5F3-9581-4628-91E9-F1D95903DFF1}" srcOrd="2" destOrd="0" presId="urn:microsoft.com/office/officeart/2008/layout/LinedList"/>
    <dgm:cxn modelId="{A8DE4ADD-100D-4927-9B83-2E220C7030AB}" type="presParOf" srcId="{B44182A8-9E40-475C-8237-4EC1D61384A9}" destId="{321E5FBB-8039-4483-B844-4698E9CFD11C}" srcOrd="5" destOrd="0" presId="urn:microsoft.com/office/officeart/2008/layout/LinedList"/>
    <dgm:cxn modelId="{D4BAEB83-7AE8-4CD3-92BA-C450C36AFBA0}" type="presParOf" srcId="{B44182A8-9E40-475C-8237-4EC1D61384A9}" destId="{F6F795D6-7C95-405E-82C2-18A59FC6EEC5}" srcOrd="6" destOrd="0" presId="urn:microsoft.com/office/officeart/2008/layout/LinedList"/>
    <dgm:cxn modelId="{F2778C6B-01BC-49C3-8804-76D3C4FA7A18}" type="presParOf" srcId="{B44182A8-9E40-475C-8237-4EC1D61384A9}" destId="{4820666F-3B99-4998-B5F7-B7891E9EE5AA}" srcOrd="7" destOrd="0" presId="urn:microsoft.com/office/officeart/2008/layout/LinedList"/>
    <dgm:cxn modelId="{EDDC11A2-BAAC-4CA2-BD85-4AE8215C7CC8}" type="presParOf" srcId="{4820666F-3B99-4998-B5F7-B7891E9EE5AA}" destId="{BD65F0F5-4E19-4435-B9FA-36F6B04EAEC2}" srcOrd="0" destOrd="0" presId="urn:microsoft.com/office/officeart/2008/layout/LinedList"/>
    <dgm:cxn modelId="{56A732CC-BCEF-4D2D-B381-32937DB642AE}" type="presParOf" srcId="{4820666F-3B99-4998-B5F7-B7891E9EE5AA}" destId="{F095F1DA-F779-4683-805F-222CB23BED73}" srcOrd="1" destOrd="0" presId="urn:microsoft.com/office/officeart/2008/layout/LinedList"/>
    <dgm:cxn modelId="{7CA7425F-8995-4157-91FF-0A74B120368E}" type="presParOf" srcId="{4820666F-3B99-4998-B5F7-B7891E9EE5AA}" destId="{5B99DE87-D2B3-4E02-AB51-7A10A2FB7CA7}" srcOrd="2" destOrd="0" presId="urn:microsoft.com/office/officeart/2008/layout/LinedList"/>
    <dgm:cxn modelId="{ACAC5866-DEE2-4419-A84C-8A2B4A75F9F2}" type="presParOf" srcId="{B44182A8-9E40-475C-8237-4EC1D61384A9}" destId="{AC7B7018-7391-47D7-8AD7-7F5457ED76F9}" srcOrd="8" destOrd="0" presId="urn:microsoft.com/office/officeart/2008/layout/LinedList"/>
    <dgm:cxn modelId="{892FE513-5B4E-4FBC-B501-B11E793587DA}" type="presParOf" srcId="{B44182A8-9E40-475C-8237-4EC1D61384A9}" destId="{B482C668-4064-4186-B877-92B50DF3A1A3}" srcOrd="9" destOrd="0" presId="urn:microsoft.com/office/officeart/2008/layout/LinedList"/>
    <dgm:cxn modelId="{EA00FAB7-987F-41CC-AE2E-4BE6054E27C4}" type="presParOf" srcId="{B44182A8-9E40-475C-8237-4EC1D61384A9}" destId="{E498A396-AC8D-4DB0-9367-9EFE318FB026}" srcOrd="10" destOrd="0" presId="urn:microsoft.com/office/officeart/2008/layout/LinedList"/>
    <dgm:cxn modelId="{F78242F5-CA0C-44EB-A981-7CC547354E78}" type="presParOf" srcId="{E498A396-AC8D-4DB0-9367-9EFE318FB026}" destId="{17938A59-C017-42F3-8D3D-827553A88F63}" srcOrd="0" destOrd="0" presId="urn:microsoft.com/office/officeart/2008/layout/LinedList"/>
    <dgm:cxn modelId="{39E504DC-4538-4828-97C2-5CDEB2B1133D}" type="presParOf" srcId="{E498A396-AC8D-4DB0-9367-9EFE318FB026}" destId="{4069A447-9098-4FB1-9D9D-CCA207F9E591}" srcOrd="1" destOrd="0" presId="urn:microsoft.com/office/officeart/2008/layout/LinedList"/>
    <dgm:cxn modelId="{10FD0305-7E47-4191-A73E-52BBB79EE0CF}" type="presParOf" srcId="{E498A396-AC8D-4DB0-9367-9EFE318FB026}" destId="{4110A75B-C2B2-44D2-B146-0D75A0BBD1E8}" srcOrd="2" destOrd="0" presId="urn:microsoft.com/office/officeart/2008/layout/LinedList"/>
    <dgm:cxn modelId="{7C08C487-8803-4A72-B1BE-7BEDE70B91F1}" type="presParOf" srcId="{B44182A8-9E40-475C-8237-4EC1D61384A9}" destId="{AD1E514D-5D8A-4E1E-9FCE-A68BE1CBF711}" srcOrd="11" destOrd="0" presId="urn:microsoft.com/office/officeart/2008/layout/LinedList"/>
    <dgm:cxn modelId="{001C1BD2-859D-4193-BA4D-F23707F53FDD}" type="presParOf" srcId="{B44182A8-9E40-475C-8237-4EC1D61384A9}" destId="{C1095716-043C-4677-935C-1C21A5BE87CF}" srcOrd="12" destOrd="0" presId="urn:microsoft.com/office/officeart/2008/layout/LinedList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1E6288-5BA2-4BE3-A21E-7E2CB7C19FC1}">
      <dsp:nvSpPr>
        <dsp:cNvPr id="0" name=""/>
        <dsp:cNvSpPr/>
      </dsp:nvSpPr>
      <dsp:spPr>
        <a:xfrm>
          <a:off x="2010413" y="32327"/>
          <a:ext cx="4084320" cy="1847272"/>
        </a:xfrm>
        <a:prstGeom prst="rect">
          <a:avLst/>
        </a:prstGeom>
        <a:solidFill>
          <a:srgbClr val="33CCFF">
            <a:alpha val="46000"/>
          </a:srgbClr>
        </a:solidFill>
        <a:ln w="28575" cap="flat" cmpd="sng" algn="ctr">
          <a:noFill/>
          <a:prstDash val="solid"/>
        </a:ln>
        <a:effectLst>
          <a:outerShdw blurRad="107950" dist="12700" dir="5400000" algn="ctr" rotWithShape="0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2100" kern="1200" dirty="0" smtClean="0">
              <a:solidFill>
                <a:srgbClr val="000000"/>
              </a:solidFill>
              <a:latin typeface="Lato"/>
              <a:ea typeface="Arial Unicode MS" panose="020B0604020202020204" pitchFamily="34" charset="-128"/>
              <a:cs typeface="Arial Unicode MS" panose="020B0604020202020204" pitchFamily="34" charset="-128"/>
            </a:rPr>
            <a:t>Es una técnica de carácter preventivo, que se debe llevar a cabo de un modo sistemático, planificado y participativo.</a:t>
          </a:r>
          <a:endParaRPr lang="es-MX" sz="2100" kern="1200" dirty="0">
            <a:latin typeface="Lato"/>
          </a:endParaRPr>
        </a:p>
      </dsp:txBody>
      <dsp:txXfrm>
        <a:off x="2010413" y="32327"/>
        <a:ext cx="4084320" cy="1847272"/>
      </dsp:txXfrm>
    </dsp:sp>
    <dsp:sp modelId="{0652A711-B7AB-4618-8D85-7442922D66AA}">
      <dsp:nvSpPr>
        <dsp:cNvPr id="0" name=""/>
        <dsp:cNvSpPr/>
      </dsp:nvSpPr>
      <dsp:spPr>
        <a:xfrm>
          <a:off x="4267200" y="2216727"/>
          <a:ext cx="1828800" cy="1847272"/>
        </a:xfrm>
        <a:prstGeom prst="rect">
          <a:avLst/>
        </a:prstGeom>
        <a:solidFill>
          <a:srgbClr val="33CCFF"/>
        </a:solidFill>
        <a:ln w="285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A429E9-71F3-470F-8FF6-CADA5BF551FB}">
      <dsp:nvSpPr>
        <dsp:cNvPr id="0" name=""/>
        <dsp:cNvSpPr/>
      </dsp:nvSpPr>
      <dsp:spPr>
        <a:xfrm>
          <a:off x="0" y="2184400"/>
          <a:ext cx="4084320" cy="1847272"/>
        </a:xfrm>
        <a:prstGeom prst="rect">
          <a:avLst/>
        </a:prstGeom>
        <a:solidFill>
          <a:srgbClr val="FF66FF">
            <a:alpha val="52000"/>
          </a:srgbClr>
        </a:solidFill>
        <a:ln w="28575" cap="flat" cmpd="sng" algn="ctr">
          <a:noFill/>
          <a:prstDash val="solid"/>
        </a:ln>
        <a:effectLst>
          <a:outerShdw blurRad="107950" dist="12700" dir="5400000" algn="ctr" rotWithShape="0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2100" kern="1200" dirty="0" smtClean="0">
              <a:solidFill>
                <a:srgbClr val="000000"/>
              </a:solidFill>
              <a:latin typeface="Lato"/>
              <a:ea typeface="Arial Unicode MS" panose="020B0604020202020204" pitchFamily="34" charset="-128"/>
              <a:cs typeface="Arial Unicode MS" panose="020B0604020202020204" pitchFamily="34" charset="-128"/>
            </a:rPr>
            <a:t>Es una técnica de trabajo en equipo planificada y realizada sistemáticamente, utilizando las herramientas de la Calidad Total, con la finalidad de detectar los posibles fallos.</a:t>
          </a:r>
          <a:endParaRPr lang="es-MX" sz="2100" kern="1200" dirty="0">
            <a:latin typeface="Lato"/>
          </a:endParaRPr>
        </a:p>
      </dsp:txBody>
      <dsp:txXfrm>
        <a:off x="0" y="2184400"/>
        <a:ext cx="4084320" cy="1847272"/>
      </dsp:txXfrm>
    </dsp:sp>
    <dsp:sp modelId="{A370E152-B786-442E-9FA6-92BDB1ABD71B}">
      <dsp:nvSpPr>
        <dsp:cNvPr id="0" name=""/>
        <dsp:cNvSpPr/>
      </dsp:nvSpPr>
      <dsp:spPr>
        <a:xfrm>
          <a:off x="4267200" y="2216727"/>
          <a:ext cx="1828800" cy="1847272"/>
        </a:xfrm>
        <a:prstGeom prst="rect">
          <a:avLst/>
        </a:prstGeom>
        <a:solidFill>
          <a:schemeClr val="bg1"/>
        </a:solidFill>
        <a:ln w="285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F5519A-91E6-4163-8A73-93481D2FDA23}">
      <dsp:nvSpPr>
        <dsp:cNvPr id="0" name=""/>
        <dsp:cNvSpPr/>
      </dsp:nvSpPr>
      <dsp:spPr>
        <a:xfrm>
          <a:off x="0" y="0"/>
          <a:ext cx="795337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384692-CCA2-463D-9889-2779B53B394F}">
      <dsp:nvSpPr>
        <dsp:cNvPr id="0" name=""/>
        <dsp:cNvSpPr/>
      </dsp:nvSpPr>
      <dsp:spPr>
        <a:xfrm>
          <a:off x="0" y="0"/>
          <a:ext cx="1590675" cy="4365625"/>
        </a:xfrm>
        <a:prstGeom prst="rect">
          <a:avLst/>
        </a:prstGeom>
        <a:noFill/>
        <a:ln>
          <a:noFill/>
        </a:ln>
        <a:effectLst>
          <a:outerShdw blurRad="149987" dist="250190" dir="8460000" algn="ctr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lvl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3300" b="1" kern="1200" dirty="0" smtClean="0">
              <a:latin typeface="Century Gothic" panose="020B0502020202020204" pitchFamily="34" charset="0"/>
            </a:rPr>
            <a:t>¿PARA QUÉ SIRVE?</a:t>
          </a:r>
          <a:endParaRPr lang="es-MX" sz="3300" b="1" kern="1200" dirty="0">
            <a:latin typeface="Century Gothic" panose="020B0502020202020204" pitchFamily="34" charset="0"/>
          </a:endParaRPr>
        </a:p>
      </dsp:txBody>
      <dsp:txXfrm>
        <a:off x="0" y="0"/>
        <a:ext cx="1590675" cy="4365625"/>
      </dsp:txXfrm>
    </dsp:sp>
    <dsp:sp modelId="{39CBDF9D-9E38-49DC-B09D-4CA643E1AD73}">
      <dsp:nvSpPr>
        <dsp:cNvPr id="0" name=""/>
        <dsp:cNvSpPr/>
      </dsp:nvSpPr>
      <dsp:spPr>
        <a:xfrm>
          <a:off x="1709975" y="51319"/>
          <a:ext cx="6243399" cy="1026390"/>
        </a:xfrm>
        <a:prstGeom prst="rect">
          <a:avLst/>
        </a:prstGeom>
        <a:noFill/>
        <a:ln>
          <a:noFill/>
        </a:ln>
        <a:effectLst>
          <a:outerShdw blurRad="149987" dist="250190" dir="8460000" algn="ctr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600" kern="1200" dirty="0" smtClean="0">
              <a:latin typeface="Century Gothic" panose="020B0502020202020204" pitchFamily="34" charset="0"/>
            </a:rPr>
            <a:t>Predecir cuáles pueden ser los fallos potenciales que se pueden producir en el diseño y ejecución de productos o de servicios, detectando las causas que los originan.</a:t>
          </a:r>
          <a:endParaRPr lang="es-MX" sz="1600" kern="1200" dirty="0"/>
        </a:p>
      </dsp:txBody>
      <dsp:txXfrm>
        <a:off x="1709975" y="51319"/>
        <a:ext cx="6243399" cy="1026390"/>
      </dsp:txXfrm>
    </dsp:sp>
    <dsp:sp modelId="{F3DAFBAD-60E3-4A63-9F31-F2B1301C2754}">
      <dsp:nvSpPr>
        <dsp:cNvPr id="0" name=""/>
        <dsp:cNvSpPr/>
      </dsp:nvSpPr>
      <dsp:spPr>
        <a:xfrm>
          <a:off x="1590675" y="1077710"/>
          <a:ext cx="63627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rgbClr val="FF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EB6707-1F07-4E55-86FB-EC89F65E841F}">
      <dsp:nvSpPr>
        <dsp:cNvPr id="0" name=""/>
        <dsp:cNvSpPr/>
      </dsp:nvSpPr>
      <dsp:spPr>
        <a:xfrm>
          <a:off x="1709975" y="1129029"/>
          <a:ext cx="6243399" cy="1026390"/>
        </a:xfrm>
        <a:prstGeom prst="rect">
          <a:avLst/>
        </a:prstGeom>
        <a:noFill/>
        <a:ln>
          <a:noFill/>
        </a:ln>
        <a:effectLst>
          <a:outerShdw blurRad="149987" dist="250190" dir="8460000" algn="ctr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600" kern="1200" dirty="0" smtClean="0">
              <a:latin typeface="Century Gothic" panose="020B0502020202020204" pitchFamily="34" charset="0"/>
            </a:rPr>
            <a:t>Establecer acciones preventivas y correctivas para evitar que se puedan producir esos fallos y obtener mayor fiabilidad de los proyectos, procesos y medios de producción.</a:t>
          </a:r>
          <a:endParaRPr lang="es-MX" sz="1600" kern="1200" dirty="0"/>
        </a:p>
      </dsp:txBody>
      <dsp:txXfrm>
        <a:off x="1709975" y="1129029"/>
        <a:ext cx="6243399" cy="1026390"/>
      </dsp:txXfrm>
    </dsp:sp>
    <dsp:sp modelId="{321E5FBB-8039-4483-B844-4698E9CFD11C}">
      <dsp:nvSpPr>
        <dsp:cNvPr id="0" name=""/>
        <dsp:cNvSpPr/>
      </dsp:nvSpPr>
      <dsp:spPr>
        <a:xfrm>
          <a:off x="1590675" y="2155420"/>
          <a:ext cx="63627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rgbClr val="FF66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95F1DA-F779-4683-805F-222CB23BED73}">
      <dsp:nvSpPr>
        <dsp:cNvPr id="0" name=""/>
        <dsp:cNvSpPr/>
      </dsp:nvSpPr>
      <dsp:spPr>
        <a:xfrm>
          <a:off x="1709975" y="2206740"/>
          <a:ext cx="6243399" cy="1026390"/>
        </a:xfrm>
        <a:prstGeom prst="rect">
          <a:avLst/>
        </a:prstGeom>
        <a:noFill/>
        <a:ln>
          <a:noFill/>
        </a:ln>
        <a:effectLst>
          <a:outerShdw blurRad="149987" dist="250190" dir="8460000" algn="ctr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 smtClean="0">
              <a:latin typeface="Century Gothic" panose="020B0502020202020204" pitchFamily="34" charset="0"/>
              <a:ea typeface="Arial" panose="020B0604020202020204" pitchFamily="34" charset="0"/>
            </a:rPr>
            <a:t>Analizar y evaluar la eficacia de las acciones adoptadas.</a:t>
          </a:r>
          <a:endParaRPr lang="es-MX" sz="1600" kern="1200" dirty="0"/>
        </a:p>
      </dsp:txBody>
      <dsp:txXfrm>
        <a:off x="1709975" y="2206740"/>
        <a:ext cx="6243399" cy="1026390"/>
      </dsp:txXfrm>
    </dsp:sp>
    <dsp:sp modelId="{AC7B7018-7391-47D7-8AD7-7F5457ED76F9}">
      <dsp:nvSpPr>
        <dsp:cNvPr id="0" name=""/>
        <dsp:cNvSpPr/>
      </dsp:nvSpPr>
      <dsp:spPr>
        <a:xfrm>
          <a:off x="1590675" y="3233131"/>
          <a:ext cx="63627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rgbClr val="FF9933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69A447-9098-4FB1-9D9D-CCA207F9E591}">
      <dsp:nvSpPr>
        <dsp:cNvPr id="0" name=""/>
        <dsp:cNvSpPr/>
      </dsp:nvSpPr>
      <dsp:spPr>
        <a:xfrm>
          <a:off x="1709975" y="3284450"/>
          <a:ext cx="6243399" cy="1026390"/>
        </a:xfrm>
        <a:prstGeom prst="rect">
          <a:avLst/>
        </a:prstGeom>
        <a:noFill/>
        <a:ln>
          <a:noFill/>
        </a:ln>
        <a:effectLst>
          <a:outerShdw blurRad="149987" dist="250190" dir="8460000" algn="ctr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600" kern="1200" dirty="0" smtClean="0">
              <a:solidFill>
                <a:srgbClr val="000000"/>
              </a:solidFill>
              <a:latin typeface="Century Gothic" panose="020B0502020202020204" pitchFamily="34" charset="0"/>
              <a:ea typeface="Arial Unicode MS" panose="020B0604020202020204" pitchFamily="34" charset="-128"/>
              <a:cs typeface="Arial Unicode MS" panose="020B0604020202020204" pitchFamily="34" charset="-128"/>
            </a:rPr>
            <a:t>Sensibilizar al personal de la importancia del trabajo en equipo, buscando que la prevención provenga de su propio compromiso, detecten las causas que los originan, propongan acciones correctivas y valoren los resultados.</a:t>
          </a:r>
          <a:endParaRPr lang="es-MX" sz="1600" kern="1200" dirty="0"/>
        </a:p>
      </dsp:txBody>
      <dsp:txXfrm>
        <a:off x="1709975" y="3284450"/>
        <a:ext cx="6243399" cy="1026390"/>
      </dsp:txXfrm>
    </dsp:sp>
    <dsp:sp modelId="{AD1E514D-5D8A-4E1E-9FCE-A68BE1CBF711}">
      <dsp:nvSpPr>
        <dsp:cNvPr id="0" name=""/>
        <dsp:cNvSpPr/>
      </dsp:nvSpPr>
      <dsp:spPr>
        <a:xfrm>
          <a:off x="1590675" y="4310841"/>
          <a:ext cx="63627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rgbClr val="FFC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AlternatingPictureBlocks">
  <dgm:title val=""/>
  <dgm:desc val=""/>
  <dgm:catLst>
    <dgm:cat type="picture" pri="15000"/>
    <dgm:cat type="pictureconvert" pri="15000"/>
    <dgm:cat type="list" pri="13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ch" forName="comp" refType="w"/>
      <dgm:constr type="h" for="ch" forName="comp" refType="h"/>
      <dgm:constr type="h" for="ch" forName="sibTrans" refType="w" refFor="ch" refForName="comp" op="equ" fact="0.05"/>
    </dgm:constrLst>
    <dgm:ruleLst/>
    <dgm:forEach name="Name0" axis="ch" ptType="node">
      <dgm:layoutNode name="comp" styleLbl="node1">
        <dgm:alg type="composite">
          <dgm:param type="ar" val="3.30"/>
        </dgm:alg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hoose name="Name4">
              <dgm:if name="Name5" axis="desOrSelf" ptType="node" func="posOdd" op="equ" val="1">
                <dgm:constrLst>
                  <dgm:constr type="l" for="ch" forName="rect1" refType="w" fact="0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.33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if>
              <dgm:else name="Name6">
                <dgm:constrLst>
                  <dgm:constr type="l" for="ch" forName="rect1" refType="w" fact="0.7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else>
            </dgm:choose>
          </dgm:if>
          <dgm:else name="Name3">
            <dgm:choose name="Name7">
              <dgm:if name="Name8" axis="desOrSelf" ptType="node" func="posOdd" op="equ" val="1">
                <dgm:constrLst>
                  <dgm:constr type="l" for="ch" forName="rect1" refType="w" fact="0.7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if>
              <dgm:else name="Name9">
                <dgm:constrLst>
                  <dgm:constr type="l" for="ch" forName="rect1" refType="w" fact="0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.33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else>
            </dgm:choose>
          </dgm:else>
        </dgm:choose>
        <dgm:ruleLst/>
        <dgm:layoutNode name="rect2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rect1" styleLbl="lnNod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E50277-5BB8-4D7F-BA73-191A0A25F4E4}" type="datetimeFigureOut">
              <a:rPr lang="es-MX" smtClean="0"/>
              <a:t>24/02/2020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4D14C2-53FF-4ACC-8DA4-7805D9B9237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42931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4e9a5724c5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g4e9a5724c5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169301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539653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51575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955285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75" y="86302"/>
            <a:ext cx="2171700" cy="96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75" y="4576007"/>
            <a:ext cx="12176225" cy="2277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6773" y="47479"/>
            <a:ext cx="2335227" cy="670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4 Rectángulo"/>
          <p:cNvSpPr/>
          <p:nvPr userDrawn="1"/>
        </p:nvSpPr>
        <p:spPr>
          <a:xfrm>
            <a:off x="2187475" y="232200"/>
            <a:ext cx="62726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>
              <a:buClr>
                <a:srgbClr val="000000"/>
              </a:buClr>
              <a:buSzPts val="1200"/>
            </a:pPr>
            <a:r>
              <a:rPr lang="es-MX" sz="1200" b="1" dirty="0">
                <a:solidFill>
                  <a:schemeClr val="bg2">
                    <a:lumMod val="10000"/>
                  </a:schemeClr>
                </a:solidFill>
                <a:latin typeface="Lato"/>
                <a:ea typeface="Lato"/>
                <a:cs typeface="Lato"/>
              </a:rPr>
              <a:t>Dirección Ejecutiva del Registro Federal de Electores</a:t>
            </a:r>
          </a:p>
          <a:p>
            <a:pPr defTabSz="914400">
              <a:buClr>
                <a:srgbClr val="000000"/>
              </a:buClr>
              <a:buSzPts val="1200"/>
            </a:pPr>
            <a:r>
              <a:rPr lang="es-MX" sz="1200" b="1" dirty="0">
                <a:solidFill>
                  <a:schemeClr val="bg2">
                    <a:lumMod val="10000"/>
                  </a:schemeClr>
                </a:solidFill>
                <a:latin typeface="Lato"/>
                <a:ea typeface="Lato"/>
                <a:cs typeface="Lato"/>
              </a:rPr>
              <a:t>Coordinación de Operación en </a:t>
            </a:r>
            <a:r>
              <a:rPr lang="es-MX" sz="1200" b="1" dirty="0" smtClean="0">
                <a:solidFill>
                  <a:schemeClr val="bg2">
                    <a:lumMod val="10000"/>
                  </a:schemeClr>
                </a:solidFill>
                <a:latin typeface="Lato"/>
                <a:ea typeface="Lato"/>
                <a:cs typeface="Lato"/>
              </a:rPr>
              <a:t>Campo</a:t>
            </a:r>
            <a:endParaRPr lang="es-MX" sz="1200" b="1" dirty="0">
              <a:solidFill>
                <a:schemeClr val="bg2">
                  <a:lumMod val="10000"/>
                </a:schemeClr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6" name="Imagen 5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5" y="4881"/>
            <a:ext cx="12186313" cy="6853119"/>
          </a:xfrm>
          <a:prstGeom prst="rect">
            <a:avLst/>
          </a:prstGeom>
        </p:spPr>
      </p:pic>
      <p:sp>
        <p:nvSpPr>
          <p:cNvPr id="7" name="12 Rectángulo"/>
          <p:cNvSpPr/>
          <p:nvPr userDrawn="1"/>
        </p:nvSpPr>
        <p:spPr>
          <a:xfrm>
            <a:off x="2306009" y="151761"/>
            <a:ext cx="62726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>
              <a:buClr>
                <a:srgbClr val="000000"/>
              </a:buClr>
              <a:buSzPts val="1200"/>
            </a:pPr>
            <a:r>
              <a:rPr lang="es-MX" sz="1200" b="1" dirty="0">
                <a:solidFill>
                  <a:schemeClr val="bg1"/>
                </a:solidFill>
                <a:latin typeface="Lato"/>
                <a:ea typeface="Lato"/>
                <a:cs typeface="Lato"/>
              </a:rPr>
              <a:t>Dirección Ejecutiva del Registro Federal de Electores</a:t>
            </a:r>
          </a:p>
          <a:p>
            <a:pPr defTabSz="914400">
              <a:buClr>
                <a:srgbClr val="000000"/>
              </a:buClr>
              <a:buSzPts val="1200"/>
            </a:pPr>
            <a:r>
              <a:rPr lang="es-MX" sz="1200" b="1" dirty="0">
                <a:solidFill>
                  <a:schemeClr val="bg1"/>
                </a:solidFill>
                <a:latin typeface="Lato"/>
                <a:ea typeface="Lato"/>
                <a:cs typeface="Lato"/>
              </a:rPr>
              <a:t>Coordinación de Operación en </a:t>
            </a:r>
            <a:r>
              <a:rPr lang="es-MX" sz="1200" b="1" dirty="0" smtClean="0">
                <a:solidFill>
                  <a:schemeClr val="bg1"/>
                </a:solidFill>
                <a:latin typeface="Lato"/>
                <a:ea typeface="Lato"/>
                <a:cs typeface="Lato"/>
              </a:rPr>
              <a:t>Campo</a:t>
            </a:r>
            <a:endParaRPr lang="es-MX" sz="1200" b="1" dirty="0">
              <a:solidFill>
                <a:schemeClr val="bg1"/>
              </a:solidFill>
              <a:latin typeface="Lato"/>
              <a:ea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17405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75" y="86302"/>
            <a:ext cx="2171700" cy="96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75" y="4576007"/>
            <a:ext cx="12176225" cy="2277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6773" y="47479"/>
            <a:ext cx="2335227" cy="670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4 Rectángulo"/>
          <p:cNvSpPr/>
          <p:nvPr userDrawn="1"/>
        </p:nvSpPr>
        <p:spPr>
          <a:xfrm>
            <a:off x="2187475" y="232200"/>
            <a:ext cx="62726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>
              <a:buClr>
                <a:srgbClr val="000000"/>
              </a:buClr>
              <a:buSzPts val="1200"/>
            </a:pPr>
            <a:r>
              <a:rPr lang="es-MX" sz="1200" b="1" dirty="0">
                <a:solidFill>
                  <a:schemeClr val="bg2">
                    <a:lumMod val="10000"/>
                  </a:schemeClr>
                </a:solidFill>
                <a:latin typeface="Lato"/>
                <a:ea typeface="Lato"/>
                <a:cs typeface="Lato"/>
              </a:rPr>
              <a:t>Dirección Ejecutiva del Registro Federal de Electores</a:t>
            </a:r>
          </a:p>
          <a:p>
            <a:pPr defTabSz="914400">
              <a:buClr>
                <a:srgbClr val="000000"/>
              </a:buClr>
              <a:buSzPts val="1200"/>
            </a:pPr>
            <a:r>
              <a:rPr lang="es-MX" sz="1200" b="1" dirty="0">
                <a:solidFill>
                  <a:schemeClr val="bg2">
                    <a:lumMod val="10000"/>
                  </a:schemeClr>
                </a:solidFill>
                <a:latin typeface="Lato"/>
                <a:ea typeface="Lato"/>
                <a:cs typeface="Lato"/>
              </a:rPr>
              <a:t>Coordinación de Operación en </a:t>
            </a:r>
            <a:r>
              <a:rPr lang="es-MX" sz="1200" b="1" dirty="0" smtClean="0">
                <a:solidFill>
                  <a:schemeClr val="bg2">
                    <a:lumMod val="10000"/>
                  </a:schemeClr>
                </a:solidFill>
                <a:latin typeface="Lato"/>
                <a:ea typeface="Lato"/>
                <a:cs typeface="Lato"/>
              </a:rPr>
              <a:t>Campo</a:t>
            </a:r>
            <a:endParaRPr lang="es-MX" sz="1200" b="1" dirty="0">
              <a:solidFill>
                <a:schemeClr val="bg2">
                  <a:lumMod val="10000"/>
                </a:schemeClr>
              </a:solidFill>
              <a:latin typeface="Lato"/>
              <a:ea typeface="Lato"/>
              <a:cs typeface="Lato"/>
            </a:endParaRPr>
          </a:p>
        </p:txBody>
      </p:sp>
      <p:grpSp>
        <p:nvGrpSpPr>
          <p:cNvPr id="8" name="Grupo 7"/>
          <p:cNvGrpSpPr/>
          <p:nvPr userDrawn="1"/>
        </p:nvGrpSpPr>
        <p:grpSpPr>
          <a:xfrm>
            <a:off x="5686" y="0"/>
            <a:ext cx="12186313" cy="6853119"/>
            <a:chOff x="5686" y="0"/>
            <a:chExt cx="12186313" cy="6853119"/>
          </a:xfrm>
        </p:grpSpPr>
        <p:pic>
          <p:nvPicPr>
            <p:cNvPr id="6" name="Imagen 5"/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86" y="0"/>
              <a:ext cx="12186313" cy="6853119"/>
            </a:xfrm>
            <a:prstGeom prst="rect">
              <a:avLst/>
            </a:prstGeom>
          </p:spPr>
        </p:pic>
        <p:sp>
          <p:nvSpPr>
            <p:cNvPr id="7" name="12 Rectángulo"/>
            <p:cNvSpPr/>
            <p:nvPr userDrawn="1"/>
          </p:nvSpPr>
          <p:spPr>
            <a:xfrm>
              <a:off x="2306009" y="151761"/>
              <a:ext cx="627261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914400">
                <a:buClr>
                  <a:srgbClr val="000000"/>
                </a:buClr>
                <a:buSzPts val="1200"/>
              </a:pPr>
              <a:r>
                <a:rPr lang="es-MX" sz="1200" b="1" dirty="0">
                  <a:solidFill>
                    <a:schemeClr val="bg1"/>
                  </a:solidFill>
                  <a:latin typeface="Lato"/>
                  <a:ea typeface="Lato"/>
                  <a:cs typeface="Lato"/>
                </a:rPr>
                <a:t>Dirección Ejecutiva del Registro Federal de Electores</a:t>
              </a:r>
            </a:p>
            <a:p>
              <a:pPr defTabSz="914400">
                <a:buClr>
                  <a:srgbClr val="000000"/>
                </a:buClr>
                <a:buSzPts val="1200"/>
              </a:pPr>
              <a:r>
                <a:rPr lang="es-MX" sz="1200" b="1" dirty="0">
                  <a:solidFill>
                    <a:schemeClr val="bg1"/>
                  </a:solidFill>
                  <a:latin typeface="Lato"/>
                  <a:ea typeface="Lato"/>
                  <a:cs typeface="Lato"/>
                </a:rPr>
                <a:t>Coordinación de Operación en </a:t>
              </a:r>
              <a:r>
                <a:rPr lang="es-MX" sz="1200" b="1" dirty="0" smtClean="0">
                  <a:solidFill>
                    <a:schemeClr val="bg1"/>
                  </a:solidFill>
                  <a:latin typeface="Lato"/>
                  <a:ea typeface="Lato"/>
                  <a:cs typeface="Lato"/>
                </a:rPr>
                <a:t>Campo</a:t>
              </a:r>
              <a:endParaRPr lang="es-MX" sz="1200" b="1" dirty="0">
                <a:solidFill>
                  <a:schemeClr val="bg1"/>
                </a:solidFill>
                <a:latin typeface="Lato"/>
                <a:ea typeface="Lato"/>
                <a:cs typeface="Lat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03965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75" y="86302"/>
            <a:ext cx="2171700" cy="96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75" y="4576007"/>
            <a:ext cx="12176225" cy="2277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6773" y="47479"/>
            <a:ext cx="2335227" cy="670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4 Rectángulo"/>
          <p:cNvSpPr/>
          <p:nvPr userDrawn="1"/>
        </p:nvSpPr>
        <p:spPr>
          <a:xfrm>
            <a:off x="2187475" y="232200"/>
            <a:ext cx="62726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>
              <a:buClr>
                <a:srgbClr val="000000"/>
              </a:buClr>
              <a:buSzPts val="1200"/>
            </a:pPr>
            <a:r>
              <a:rPr lang="es-MX" sz="1200" b="1" dirty="0">
                <a:solidFill>
                  <a:schemeClr val="bg2">
                    <a:lumMod val="10000"/>
                  </a:schemeClr>
                </a:solidFill>
                <a:latin typeface="Lato"/>
                <a:ea typeface="Lato"/>
                <a:cs typeface="Lato"/>
              </a:rPr>
              <a:t>Dirección Ejecutiva del Registro Federal de Electores</a:t>
            </a:r>
          </a:p>
          <a:p>
            <a:pPr defTabSz="914400">
              <a:buClr>
                <a:srgbClr val="000000"/>
              </a:buClr>
              <a:buSzPts val="1200"/>
            </a:pPr>
            <a:r>
              <a:rPr lang="es-MX" sz="1200" b="1" dirty="0">
                <a:solidFill>
                  <a:schemeClr val="bg2">
                    <a:lumMod val="10000"/>
                  </a:schemeClr>
                </a:solidFill>
                <a:latin typeface="Lato"/>
                <a:ea typeface="Lato"/>
                <a:cs typeface="Lato"/>
              </a:rPr>
              <a:t>Coordinación de Operación en </a:t>
            </a:r>
            <a:r>
              <a:rPr lang="es-MX" sz="1200" b="1" dirty="0" smtClean="0">
                <a:solidFill>
                  <a:schemeClr val="bg2">
                    <a:lumMod val="10000"/>
                  </a:schemeClr>
                </a:solidFill>
                <a:latin typeface="Lato"/>
                <a:ea typeface="Lato"/>
                <a:cs typeface="Lato"/>
              </a:rPr>
              <a:t>Campo</a:t>
            </a:r>
            <a:endParaRPr lang="es-MX" sz="1200" b="1" dirty="0">
              <a:solidFill>
                <a:schemeClr val="bg2">
                  <a:lumMod val="10000"/>
                </a:schemeClr>
              </a:solidFill>
              <a:latin typeface="Lato"/>
              <a:ea typeface="Lato"/>
              <a:cs typeface="Lato"/>
            </a:endParaRPr>
          </a:p>
        </p:txBody>
      </p:sp>
      <p:grpSp>
        <p:nvGrpSpPr>
          <p:cNvPr id="7" name="Grupo 6"/>
          <p:cNvGrpSpPr/>
          <p:nvPr userDrawn="1"/>
        </p:nvGrpSpPr>
        <p:grpSpPr>
          <a:xfrm>
            <a:off x="5686" y="0"/>
            <a:ext cx="12186313" cy="6853119"/>
            <a:chOff x="5686" y="0"/>
            <a:chExt cx="12186313" cy="6853119"/>
          </a:xfrm>
        </p:grpSpPr>
        <p:pic>
          <p:nvPicPr>
            <p:cNvPr id="8" name="Imagen 7"/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86" y="0"/>
              <a:ext cx="12186313" cy="6853119"/>
            </a:xfrm>
            <a:prstGeom prst="rect">
              <a:avLst/>
            </a:prstGeom>
          </p:spPr>
        </p:pic>
        <p:sp>
          <p:nvSpPr>
            <p:cNvPr id="9" name="12 Rectángulo"/>
            <p:cNvSpPr/>
            <p:nvPr userDrawn="1"/>
          </p:nvSpPr>
          <p:spPr>
            <a:xfrm>
              <a:off x="2306009" y="151761"/>
              <a:ext cx="627261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914400">
                <a:buClr>
                  <a:srgbClr val="000000"/>
                </a:buClr>
                <a:buSzPts val="1200"/>
              </a:pPr>
              <a:r>
                <a:rPr lang="es-MX" sz="1200" b="1" dirty="0">
                  <a:solidFill>
                    <a:schemeClr val="bg1"/>
                  </a:solidFill>
                  <a:latin typeface="Lato"/>
                  <a:ea typeface="Lato"/>
                  <a:cs typeface="Lato"/>
                </a:rPr>
                <a:t>Dirección Ejecutiva del Registro Federal de Electores</a:t>
              </a:r>
            </a:p>
            <a:p>
              <a:pPr defTabSz="914400">
                <a:buClr>
                  <a:srgbClr val="000000"/>
                </a:buClr>
                <a:buSzPts val="1200"/>
              </a:pPr>
              <a:r>
                <a:rPr lang="es-MX" sz="1200" b="1" dirty="0">
                  <a:solidFill>
                    <a:schemeClr val="bg1"/>
                  </a:solidFill>
                  <a:latin typeface="Lato"/>
                  <a:ea typeface="Lato"/>
                  <a:cs typeface="Lato"/>
                </a:rPr>
                <a:t>Coordinación de Operación en </a:t>
              </a:r>
              <a:r>
                <a:rPr lang="es-MX" sz="1200" b="1" dirty="0" smtClean="0">
                  <a:solidFill>
                    <a:schemeClr val="bg1"/>
                  </a:solidFill>
                  <a:latin typeface="Lato"/>
                  <a:ea typeface="Lato"/>
                  <a:cs typeface="Lato"/>
                </a:rPr>
                <a:t>Campo</a:t>
              </a:r>
              <a:endParaRPr lang="es-MX" sz="1200" b="1" dirty="0">
                <a:solidFill>
                  <a:schemeClr val="bg1"/>
                </a:solidFill>
                <a:latin typeface="Lato"/>
                <a:ea typeface="Lato"/>
                <a:cs typeface="Lat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3655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75" y="86302"/>
            <a:ext cx="2171700" cy="96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75" y="4576007"/>
            <a:ext cx="12176225" cy="2277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6773" y="47479"/>
            <a:ext cx="2335227" cy="670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4 Rectángulo"/>
          <p:cNvSpPr/>
          <p:nvPr userDrawn="1"/>
        </p:nvSpPr>
        <p:spPr>
          <a:xfrm>
            <a:off x="2187475" y="232200"/>
            <a:ext cx="62726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>
              <a:buClr>
                <a:srgbClr val="000000"/>
              </a:buClr>
              <a:buSzPts val="1200"/>
            </a:pPr>
            <a:r>
              <a:rPr lang="es-MX" sz="1200" b="1" dirty="0">
                <a:solidFill>
                  <a:schemeClr val="bg2">
                    <a:lumMod val="10000"/>
                  </a:schemeClr>
                </a:solidFill>
                <a:latin typeface="Lato"/>
                <a:ea typeface="Lato"/>
                <a:cs typeface="Lato"/>
              </a:rPr>
              <a:t>Dirección Ejecutiva del Registro Federal de Electores</a:t>
            </a:r>
          </a:p>
          <a:p>
            <a:pPr defTabSz="914400">
              <a:buClr>
                <a:srgbClr val="000000"/>
              </a:buClr>
              <a:buSzPts val="1200"/>
            </a:pPr>
            <a:r>
              <a:rPr lang="es-MX" sz="1200" b="1" dirty="0">
                <a:solidFill>
                  <a:schemeClr val="bg2">
                    <a:lumMod val="10000"/>
                  </a:schemeClr>
                </a:solidFill>
                <a:latin typeface="Lato"/>
                <a:ea typeface="Lato"/>
                <a:cs typeface="Lato"/>
              </a:rPr>
              <a:t>Coordinación de Operación en </a:t>
            </a:r>
            <a:r>
              <a:rPr lang="es-MX" sz="1200" b="1" dirty="0" smtClean="0">
                <a:solidFill>
                  <a:schemeClr val="bg2">
                    <a:lumMod val="10000"/>
                  </a:schemeClr>
                </a:solidFill>
                <a:latin typeface="Lato"/>
                <a:ea typeface="Lato"/>
                <a:cs typeface="Lato"/>
              </a:rPr>
              <a:t>Campo</a:t>
            </a:r>
            <a:endParaRPr lang="es-MX" sz="1200" b="1" dirty="0">
              <a:solidFill>
                <a:schemeClr val="bg2">
                  <a:lumMod val="10000"/>
                </a:schemeClr>
              </a:solidFill>
              <a:latin typeface="Lato"/>
              <a:ea typeface="Lato"/>
              <a:cs typeface="Lato"/>
            </a:endParaRPr>
          </a:p>
        </p:txBody>
      </p:sp>
      <p:grpSp>
        <p:nvGrpSpPr>
          <p:cNvPr id="6" name="Grupo 5"/>
          <p:cNvGrpSpPr/>
          <p:nvPr userDrawn="1"/>
        </p:nvGrpSpPr>
        <p:grpSpPr>
          <a:xfrm>
            <a:off x="5686" y="0"/>
            <a:ext cx="12186313" cy="6853119"/>
            <a:chOff x="5686" y="0"/>
            <a:chExt cx="12186313" cy="6853119"/>
          </a:xfrm>
        </p:grpSpPr>
        <p:pic>
          <p:nvPicPr>
            <p:cNvPr id="7" name="Imagen 6"/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86" y="0"/>
              <a:ext cx="12186313" cy="6853119"/>
            </a:xfrm>
            <a:prstGeom prst="rect">
              <a:avLst/>
            </a:prstGeom>
          </p:spPr>
        </p:pic>
        <p:sp>
          <p:nvSpPr>
            <p:cNvPr id="8" name="12 Rectángulo"/>
            <p:cNvSpPr/>
            <p:nvPr userDrawn="1"/>
          </p:nvSpPr>
          <p:spPr>
            <a:xfrm>
              <a:off x="2306009" y="151761"/>
              <a:ext cx="627261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914400">
                <a:buClr>
                  <a:srgbClr val="000000"/>
                </a:buClr>
                <a:buSzPts val="1200"/>
              </a:pPr>
              <a:r>
                <a:rPr lang="es-MX" sz="1200" b="1" dirty="0">
                  <a:solidFill>
                    <a:schemeClr val="bg1"/>
                  </a:solidFill>
                  <a:latin typeface="Lato"/>
                  <a:ea typeface="Lato"/>
                  <a:cs typeface="Lato"/>
                </a:rPr>
                <a:t>Dirección Ejecutiva del Registro Federal de Electores</a:t>
              </a:r>
            </a:p>
            <a:p>
              <a:pPr defTabSz="914400">
                <a:buClr>
                  <a:srgbClr val="000000"/>
                </a:buClr>
                <a:buSzPts val="1200"/>
              </a:pPr>
              <a:r>
                <a:rPr lang="es-MX" sz="1200" b="1" dirty="0">
                  <a:solidFill>
                    <a:schemeClr val="bg1"/>
                  </a:solidFill>
                  <a:latin typeface="Lato"/>
                  <a:ea typeface="Lato"/>
                  <a:cs typeface="Lato"/>
                </a:rPr>
                <a:t>Coordinación de Operación en </a:t>
              </a:r>
              <a:r>
                <a:rPr lang="es-MX" sz="1200" b="1" dirty="0" smtClean="0">
                  <a:solidFill>
                    <a:schemeClr val="bg1"/>
                  </a:solidFill>
                  <a:latin typeface="Lato"/>
                  <a:ea typeface="Lato"/>
                  <a:cs typeface="Lato"/>
                </a:rPr>
                <a:t>Campo</a:t>
              </a:r>
              <a:endParaRPr lang="es-MX" sz="1200" b="1" dirty="0">
                <a:solidFill>
                  <a:schemeClr val="bg1"/>
                </a:solidFill>
                <a:latin typeface="Lato"/>
                <a:ea typeface="Lato"/>
                <a:cs typeface="Lat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52199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userDrawn="1">
  <p:cSld name="Section 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75" y="86301"/>
            <a:ext cx="2171700" cy="96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75" y="4576007"/>
            <a:ext cx="12176225" cy="2277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6773" y="47479"/>
            <a:ext cx="2335227" cy="670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4 Rectángulo"/>
          <p:cNvSpPr/>
          <p:nvPr userDrawn="1"/>
        </p:nvSpPr>
        <p:spPr>
          <a:xfrm>
            <a:off x="2187475" y="232199"/>
            <a:ext cx="62726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>
              <a:buClr>
                <a:srgbClr val="000000"/>
              </a:buClr>
              <a:buSzPts val="1200"/>
            </a:pPr>
            <a:r>
              <a:rPr lang="es-MX" sz="1200" b="1" dirty="0">
                <a:solidFill>
                  <a:schemeClr val="bg2">
                    <a:lumMod val="10000"/>
                  </a:schemeClr>
                </a:solidFill>
                <a:latin typeface="Lato"/>
                <a:ea typeface="Lato"/>
                <a:cs typeface="Lato"/>
              </a:rPr>
              <a:t>Dirección Ejecutiva del Registro Federal de Electores</a:t>
            </a:r>
          </a:p>
          <a:p>
            <a:pPr defTabSz="914400">
              <a:buClr>
                <a:srgbClr val="000000"/>
              </a:buClr>
              <a:buSzPts val="1200"/>
            </a:pPr>
            <a:r>
              <a:rPr lang="es-MX" sz="1200" b="1" dirty="0">
                <a:solidFill>
                  <a:schemeClr val="bg2">
                    <a:lumMod val="10000"/>
                  </a:schemeClr>
                </a:solidFill>
                <a:latin typeface="Lato"/>
                <a:ea typeface="Lato"/>
                <a:cs typeface="Lato"/>
              </a:rPr>
              <a:t>Coordinación de Operación en </a:t>
            </a:r>
            <a:r>
              <a:rPr lang="es-MX" sz="1200" b="1" dirty="0" smtClean="0">
                <a:solidFill>
                  <a:schemeClr val="bg2">
                    <a:lumMod val="10000"/>
                  </a:schemeClr>
                </a:solidFill>
                <a:latin typeface="Lato"/>
                <a:ea typeface="Lato"/>
                <a:cs typeface="Lato"/>
              </a:rPr>
              <a:t>Campo</a:t>
            </a:r>
            <a:endParaRPr lang="es-MX" sz="1200" b="1" dirty="0">
              <a:solidFill>
                <a:schemeClr val="bg2">
                  <a:lumMod val="10000"/>
                </a:schemeClr>
              </a:solidFill>
              <a:latin typeface="Lato"/>
              <a:ea typeface="Lato"/>
              <a:cs typeface="Lato"/>
            </a:endParaRPr>
          </a:p>
        </p:txBody>
      </p:sp>
      <p:grpSp>
        <p:nvGrpSpPr>
          <p:cNvPr id="6" name="Grupo 5"/>
          <p:cNvGrpSpPr/>
          <p:nvPr userDrawn="1"/>
        </p:nvGrpSpPr>
        <p:grpSpPr>
          <a:xfrm>
            <a:off x="5686" y="0"/>
            <a:ext cx="12186313" cy="6853119"/>
            <a:chOff x="5686" y="0"/>
            <a:chExt cx="12186313" cy="6853119"/>
          </a:xfrm>
        </p:grpSpPr>
        <p:pic>
          <p:nvPicPr>
            <p:cNvPr id="7" name="Imagen 6"/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86" y="0"/>
              <a:ext cx="12186313" cy="6853119"/>
            </a:xfrm>
            <a:prstGeom prst="rect">
              <a:avLst/>
            </a:prstGeom>
          </p:spPr>
        </p:pic>
        <p:sp>
          <p:nvSpPr>
            <p:cNvPr id="8" name="12 Rectángulo"/>
            <p:cNvSpPr/>
            <p:nvPr userDrawn="1"/>
          </p:nvSpPr>
          <p:spPr>
            <a:xfrm>
              <a:off x="2306009" y="151761"/>
              <a:ext cx="627261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914400">
                <a:buClr>
                  <a:srgbClr val="000000"/>
                </a:buClr>
                <a:buSzPts val="1200"/>
              </a:pPr>
              <a:r>
                <a:rPr lang="es-MX" sz="1200" b="1" dirty="0">
                  <a:solidFill>
                    <a:schemeClr val="bg1"/>
                  </a:solidFill>
                  <a:latin typeface="Lato"/>
                  <a:ea typeface="Lato"/>
                  <a:cs typeface="Lato"/>
                </a:rPr>
                <a:t>Dirección Ejecutiva del Registro Federal de Electores</a:t>
              </a:r>
            </a:p>
            <a:p>
              <a:pPr defTabSz="914400">
                <a:buClr>
                  <a:srgbClr val="000000"/>
                </a:buClr>
                <a:buSzPts val="1200"/>
              </a:pPr>
              <a:r>
                <a:rPr lang="es-MX" sz="1200" b="1" dirty="0">
                  <a:solidFill>
                    <a:schemeClr val="bg1"/>
                  </a:solidFill>
                  <a:latin typeface="Lato"/>
                  <a:ea typeface="Lato"/>
                  <a:cs typeface="Lato"/>
                </a:rPr>
                <a:t>Coordinación de Operación en </a:t>
              </a:r>
              <a:r>
                <a:rPr lang="es-MX" sz="1200" b="1" dirty="0" smtClean="0">
                  <a:solidFill>
                    <a:schemeClr val="bg1"/>
                  </a:solidFill>
                  <a:latin typeface="Lato"/>
                  <a:ea typeface="Lato"/>
                  <a:cs typeface="Lato"/>
                </a:rPr>
                <a:t>Campo</a:t>
              </a:r>
              <a:endParaRPr lang="es-MX" sz="1200" b="1" dirty="0">
                <a:solidFill>
                  <a:schemeClr val="bg1"/>
                </a:solidFill>
                <a:latin typeface="Lato"/>
                <a:ea typeface="Lato"/>
                <a:cs typeface="Lat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8653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5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75" y="86302"/>
            <a:ext cx="2171700" cy="96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3"/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75" y="4576007"/>
            <a:ext cx="12176225" cy="2277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6773" y="47479"/>
            <a:ext cx="2335227" cy="670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Imagen 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5" y="4881"/>
            <a:ext cx="12186313" cy="6853119"/>
          </a:xfrm>
          <a:prstGeom prst="rect">
            <a:avLst/>
          </a:prstGeom>
        </p:spPr>
      </p:pic>
      <p:sp>
        <p:nvSpPr>
          <p:cNvPr id="7" name="12 Rectángulo"/>
          <p:cNvSpPr/>
          <p:nvPr userDrawn="1"/>
        </p:nvSpPr>
        <p:spPr>
          <a:xfrm>
            <a:off x="2306009" y="151761"/>
            <a:ext cx="62726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>
              <a:buClr>
                <a:srgbClr val="000000"/>
              </a:buClr>
              <a:buSzPts val="1200"/>
            </a:pPr>
            <a:r>
              <a:rPr lang="es-MX" sz="1200" b="1" dirty="0">
                <a:solidFill>
                  <a:schemeClr val="bg1"/>
                </a:solidFill>
                <a:latin typeface="Lato"/>
                <a:ea typeface="Lato"/>
                <a:cs typeface="Lato"/>
              </a:rPr>
              <a:t>Dirección Ejecutiva del Registro Federal de Electores</a:t>
            </a:r>
          </a:p>
          <a:p>
            <a:pPr defTabSz="914400">
              <a:buClr>
                <a:srgbClr val="000000"/>
              </a:buClr>
              <a:buSzPts val="1200"/>
            </a:pPr>
            <a:r>
              <a:rPr lang="es-MX" sz="1200" b="1" dirty="0">
                <a:solidFill>
                  <a:schemeClr val="bg1"/>
                </a:solidFill>
                <a:latin typeface="Lato"/>
                <a:ea typeface="Lato"/>
                <a:cs typeface="Lato"/>
              </a:rPr>
              <a:t>Coordinación de Operación en </a:t>
            </a:r>
            <a:r>
              <a:rPr lang="es-MX" sz="1200" b="1" dirty="0" smtClean="0">
                <a:solidFill>
                  <a:schemeClr val="bg1"/>
                </a:solidFill>
                <a:latin typeface="Lato"/>
                <a:ea typeface="Lato"/>
                <a:cs typeface="Lato"/>
              </a:rPr>
              <a:t>Campo</a:t>
            </a:r>
            <a:endParaRPr lang="es-MX" sz="1200" b="1" dirty="0">
              <a:solidFill>
                <a:schemeClr val="bg1"/>
              </a:solidFill>
              <a:latin typeface="Lato"/>
              <a:ea typeface="Lato"/>
              <a:cs typeface="Lato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2" r:id="rId2"/>
    <p:sldLayoutId id="2147483753" r:id="rId3"/>
    <p:sldLayoutId id="2147483755" r:id="rId4"/>
    <p:sldLayoutId id="2147483756" r:id="rId5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600" kern="1200" cap="all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spcAft>
          <a:spcPts val="600"/>
        </a:spcAft>
        <a:buFont typeface="Arial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7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90667" y="2432303"/>
            <a:ext cx="12060936" cy="1938992"/>
          </a:xfrm>
          <a:prstGeom prst="rect">
            <a:avLst/>
          </a:prstGeom>
          <a:gradFill flip="none" rotWithShape="1">
            <a:gsLst>
              <a:gs pos="0">
                <a:srgbClr val="F03399">
                  <a:shade val="30000"/>
                  <a:satMod val="115000"/>
                </a:srgbClr>
              </a:gs>
              <a:gs pos="50000">
                <a:srgbClr val="F03399">
                  <a:shade val="67500"/>
                  <a:satMod val="115000"/>
                </a:srgbClr>
              </a:gs>
              <a:gs pos="100000">
                <a:srgbClr val="F03399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76200" dist="12700" dir="8100000" sy="-23000" kx="800400" algn="b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contrasting" dir="l">
              <a:rot lat="0" lon="0" rev="1500000"/>
            </a:lightRig>
          </a:scene3d>
          <a:sp3d prstMaterial="metal">
            <a:bevelT w="88900" h="88900" prst="artDeco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endParaRPr lang="es-MX" sz="3000" b="1" dirty="0" smtClean="0">
              <a:latin typeface="Lato"/>
            </a:endParaRPr>
          </a:p>
          <a:p>
            <a:pPr algn="ctr"/>
            <a:r>
              <a:rPr lang="es-MX" sz="3000" b="1" dirty="0" smtClean="0">
                <a:latin typeface="Lato"/>
              </a:rPr>
              <a:t>ATENCIÓN </a:t>
            </a:r>
            <a:r>
              <a:rPr lang="es-MX" sz="3000" b="1" dirty="0">
                <a:latin typeface="Lato"/>
              </a:rPr>
              <a:t>DE </a:t>
            </a:r>
            <a:r>
              <a:rPr lang="es-MX" sz="3000" b="1" dirty="0" smtClean="0">
                <a:latin typeface="Lato"/>
              </a:rPr>
              <a:t>RIESGOS</a:t>
            </a:r>
            <a:r>
              <a:rPr lang="es-MX" sz="3000" b="1" dirty="0">
                <a:latin typeface="Lato"/>
              </a:rPr>
              <a:t/>
            </a:r>
            <a:br>
              <a:rPr lang="es-MX" sz="3000" b="1" dirty="0">
                <a:latin typeface="Lato"/>
              </a:rPr>
            </a:br>
            <a:r>
              <a:rPr lang="es-MX" sz="3000" b="1" dirty="0">
                <a:latin typeface="Lato"/>
              </a:rPr>
              <a:t/>
            </a:r>
            <a:br>
              <a:rPr lang="es-MX" sz="3000" b="1" dirty="0">
                <a:latin typeface="Lato"/>
              </a:rPr>
            </a:br>
            <a:endParaRPr lang="es-MX" sz="3000" b="1" dirty="0"/>
          </a:p>
        </p:txBody>
      </p:sp>
      <p:sp>
        <p:nvSpPr>
          <p:cNvPr id="3" name="2 Rectángulo"/>
          <p:cNvSpPr/>
          <p:nvPr/>
        </p:nvSpPr>
        <p:spPr>
          <a:xfrm>
            <a:off x="7566576" y="4371295"/>
            <a:ext cx="460254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>
              <a:lnSpc>
                <a:spcPct val="80000"/>
              </a:lnSpc>
              <a:buClr>
                <a:schemeClr val="dk1"/>
              </a:buClr>
              <a:buSzPts val="3200"/>
            </a:pPr>
            <a:r>
              <a:rPr lang="es-MX" sz="2500" b="1" dirty="0">
                <a:solidFill>
                  <a:srgbClr val="000000"/>
                </a:solidFill>
                <a:latin typeface="Lato"/>
                <a:ea typeface="Calibri"/>
                <a:cs typeface="Calibri"/>
                <a:sym typeface="Calibri"/>
              </a:rPr>
              <a:t>INE </a:t>
            </a:r>
            <a:endParaRPr lang="es-MX" sz="2500" b="1" dirty="0" smtClean="0">
              <a:solidFill>
                <a:srgbClr val="000000"/>
              </a:solidFill>
              <a:latin typeface="Lato"/>
              <a:ea typeface="Calibri"/>
              <a:cs typeface="Calibri"/>
              <a:sym typeface="Calibri"/>
            </a:endParaRPr>
          </a:p>
          <a:p>
            <a:pPr lvl="0" algn="r">
              <a:lnSpc>
                <a:spcPct val="80000"/>
              </a:lnSpc>
              <a:buClr>
                <a:schemeClr val="dk1"/>
              </a:buClr>
              <a:buSzPts val="3200"/>
            </a:pPr>
            <a:r>
              <a:rPr lang="es-MX" sz="2500" b="1" dirty="0" smtClean="0">
                <a:solidFill>
                  <a:srgbClr val="000000"/>
                </a:solidFill>
                <a:latin typeface="Lato"/>
                <a:ea typeface="Calibri"/>
                <a:cs typeface="Calibri"/>
                <a:sym typeface="Calibri"/>
              </a:rPr>
              <a:t>Junta </a:t>
            </a:r>
            <a:r>
              <a:rPr lang="es-MX" sz="2500" b="1" dirty="0">
                <a:solidFill>
                  <a:srgbClr val="000000"/>
                </a:solidFill>
                <a:latin typeface="Lato"/>
                <a:ea typeface="Calibri"/>
                <a:cs typeface="Calibri"/>
                <a:sym typeface="Calibri"/>
              </a:rPr>
              <a:t>Local Ejecutiva Puebla</a:t>
            </a:r>
          </a:p>
        </p:txBody>
      </p:sp>
    </p:spTree>
    <p:extLst>
      <p:ext uri="{BB962C8B-B14F-4D97-AF65-F5344CB8AC3E}">
        <p14:creationId xmlns:p14="http://schemas.microsoft.com/office/powerpoint/2010/main" val="17585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6"/>
          <p:cNvSpPr txBox="1">
            <a:spLocks noGrp="1"/>
          </p:cNvSpPr>
          <p:nvPr>
            <p:ph type="title" idx="4294967295"/>
          </p:nvPr>
        </p:nvSpPr>
        <p:spPr>
          <a:xfrm>
            <a:off x="307975" y="1038225"/>
            <a:ext cx="6534150" cy="432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s-MX" sz="2000" b="1" i="0" u="none" strike="noStrike" cap="none" dirty="0" smtClean="0">
                <a:solidFill>
                  <a:schemeClr val="dk1"/>
                </a:solidFill>
                <a:latin typeface="Lato"/>
                <a:ea typeface="Calibri"/>
                <a:cs typeface="Calibri"/>
                <a:sym typeface="Calibri"/>
              </a:rPr>
              <a:t>Riesgo </a:t>
            </a:r>
            <a:endParaRPr sz="2000" b="1" i="0" u="none" strike="noStrike" cap="none" dirty="0">
              <a:solidFill>
                <a:schemeClr val="dk1"/>
              </a:solidFill>
              <a:latin typeface="Lato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Lato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Lato"/>
                <a:ea typeface="Calibri"/>
                <a:cs typeface="Calibri"/>
                <a:sym typeface="Calibri"/>
              </a:rPr>
              <a:t>Efecto de la incertidumbre,</a:t>
            </a:r>
            <a:endParaRPr sz="2000" b="0" i="0" u="none" strike="noStrike" cap="none" dirty="0">
              <a:solidFill>
                <a:schemeClr val="dk1"/>
              </a:solidFill>
              <a:latin typeface="Lato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2000" b="0" i="0" u="none" strike="noStrike" cap="none" dirty="0">
              <a:solidFill>
                <a:schemeClr val="dk1"/>
              </a:solidFill>
              <a:latin typeface="Lato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Lato"/>
                <a:ea typeface="Calibri"/>
                <a:cs typeface="Calibri"/>
                <a:sym typeface="Calibri"/>
              </a:rPr>
              <a:t>Un efecto es una desviación de lo esperado, ya sea  positivo o negativo,</a:t>
            </a:r>
            <a:endParaRPr sz="2000" b="0" i="0" u="none" strike="noStrike" cap="none" dirty="0">
              <a:solidFill>
                <a:schemeClr val="dk1"/>
              </a:solidFill>
              <a:latin typeface="Lato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2000" b="0" i="0" u="none" strike="noStrike" cap="none" dirty="0">
              <a:solidFill>
                <a:schemeClr val="dk1"/>
              </a:solidFill>
              <a:latin typeface="Lato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Lato"/>
                <a:ea typeface="Calibri"/>
                <a:cs typeface="Calibri"/>
                <a:sym typeface="Calibri"/>
              </a:rPr>
              <a:t>Incertidumbre es el estado incluso parcial, de deficiencia de información, relacionada con la comprensión o conocimiento de un evento, su consecuencia o </a:t>
            </a:r>
            <a:r>
              <a:rPr lang="es-MX" sz="2000" b="0" i="0" u="none" strike="noStrike" cap="none" dirty="0" smtClean="0">
                <a:solidFill>
                  <a:schemeClr val="dk1"/>
                </a:solidFill>
                <a:latin typeface="Lato"/>
                <a:ea typeface="Calibri"/>
                <a:cs typeface="Calibri"/>
                <a:sym typeface="Calibri"/>
              </a:rPr>
              <a:t>su probabilidad.</a:t>
            </a:r>
            <a:br>
              <a:rPr lang="es-MX" sz="2000" b="0" i="0" u="none" strike="noStrike" cap="none" dirty="0" smtClean="0">
                <a:solidFill>
                  <a:schemeClr val="dk1"/>
                </a:solidFill>
                <a:latin typeface="Lato"/>
                <a:ea typeface="Calibri"/>
                <a:cs typeface="Calibri"/>
                <a:sym typeface="Calibri"/>
              </a:rPr>
            </a:br>
            <a:r>
              <a:rPr lang="es-MX" sz="2000" cap="none" dirty="0">
                <a:solidFill>
                  <a:schemeClr val="dk1"/>
                </a:solidFill>
                <a:latin typeface="Lato"/>
                <a:ea typeface="Calibri"/>
                <a:cs typeface="Calibri"/>
                <a:sym typeface="Calibri"/>
              </a:rPr>
              <a:t/>
            </a:r>
            <a:br>
              <a:rPr lang="es-MX" sz="2000" cap="none" dirty="0">
                <a:solidFill>
                  <a:schemeClr val="dk1"/>
                </a:solidFill>
                <a:latin typeface="Lato"/>
                <a:ea typeface="Calibri"/>
                <a:cs typeface="Calibri"/>
                <a:sym typeface="Calibri"/>
              </a:rPr>
            </a:br>
            <a:r>
              <a:rPr lang="es-MX" sz="2000" cap="none" dirty="0" smtClean="0">
                <a:solidFill>
                  <a:schemeClr val="dk1"/>
                </a:solidFill>
                <a:latin typeface="Lato"/>
                <a:ea typeface="Calibri"/>
                <a:cs typeface="Calibri"/>
                <a:sym typeface="Calibri"/>
              </a:rPr>
              <a:t/>
            </a:r>
            <a:br>
              <a:rPr lang="es-MX" sz="2000" cap="none" dirty="0" smtClean="0">
                <a:solidFill>
                  <a:schemeClr val="dk1"/>
                </a:solidFill>
                <a:latin typeface="Lato"/>
                <a:ea typeface="Calibri"/>
                <a:cs typeface="Calibri"/>
                <a:sym typeface="Calibri"/>
              </a:rPr>
            </a:br>
            <a:r>
              <a:rPr lang="es-MX" sz="2000" cap="none" dirty="0">
                <a:solidFill>
                  <a:schemeClr val="dk1"/>
                </a:solidFill>
                <a:latin typeface="Lato"/>
                <a:ea typeface="Calibri"/>
                <a:cs typeface="Calibri"/>
                <a:sym typeface="Calibri"/>
              </a:rPr>
              <a:t/>
            </a:r>
            <a:br>
              <a:rPr lang="es-MX" sz="2000" cap="none" dirty="0">
                <a:solidFill>
                  <a:schemeClr val="dk1"/>
                </a:solidFill>
                <a:latin typeface="Lato"/>
                <a:ea typeface="Calibri"/>
                <a:cs typeface="Calibri"/>
                <a:sym typeface="Calibri"/>
              </a:rPr>
            </a:br>
            <a:r>
              <a:rPr lang="es-MX" sz="2000" b="0" i="0" u="none" strike="noStrike" cap="none" dirty="0">
                <a:solidFill>
                  <a:schemeClr val="dk1"/>
                </a:solidFill>
                <a:latin typeface="Lato"/>
                <a:ea typeface="Calibri"/>
                <a:cs typeface="Calibri"/>
                <a:sym typeface="Calibri"/>
              </a:rPr>
              <a:t/>
            </a:r>
            <a:br>
              <a:rPr lang="es-MX" sz="2000" b="0" i="0" u="none" strike="noStrike" cap="none" dirty="0">
                <a:solidFill>
                  <a:schemeClr val="dk1"/>
                </a:solidFill>
                <a:latin typeface="Lato"/>
                <a:ea typeface="Calibri"/>
                <a:cs typeface="Calibri"/>
                <a:sym typeface="Calibri"/>
              </a:rPr>
            </a:br>
            <a:endParaRPr sz="2000" b="0" i="0" u="none" strike="noStrike" cap="none" dirty="0">
              <a:solidFill>
                <a:schemeClr val="dk1"/>
              </a:solidFill>
              <a:latin typeface="Lato"/>
              <a:ea typeface="Calibri"/>
              <a:cs typeface="Calibri"/>
              <a:sym typeface="Calibri"/>
            </a:endParaRPr>
          </a:p>
        </p:txBody>
      </p:sp>
      <p:sp>
        <p:nvSpPr>
          <p:cNvPr id="2" name="AutoShape 2" descr="Resultado de imagen para cuerda floj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3233" y="2057400"/>
            <a:ext cx="3802441" cy="2138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111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0" y="857738"/>
            <a:ext cx="12192000" cy="46166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sz="2400" b="1" dirty="0" smtClean="0">
                <a:latin typeface="Lato"/>
              </a:rPr>
              <a:t>Análisis de Riesgos y Oportunidades</a:t>
            </a:r>
            <a:endParaRPr lang="es-MX" sz="2400" b="1" dirty="0">
              <a:latin typeface="Lato"/>
            </a:endParaRPr>
          </a:p>
        </p:txBody>
      </p:sp>
      <p:graphicFrame>
        <p:nvGraphicFramePr>
          <p:cNvPr id="5" name="Diagrama 4"/>
          <p:cNvGraphicFramePr/>
          <p:nvPr>
            <p:extLst>
              <p:ext uri="{D42A27DB-BD31-4B8C-83A1-F6EECF244321}">
                <p14:modId xmlns:p14="http://schemas.microsoft.com/office/powerpoint/2010/main" val="2424325239"/>
              </p:ext>
            </p:extLst>
          </p:nvPr>
        </p:nvGraphicFramePr>
        <p:xfrm>
          <a:off x="3048000" y="1924014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Imagen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0398" y="1566280"/>
            <a:ext cx="3362498" cy="237144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</p:spTree>
    <p:extLst>
      <p:ext uri="{BB962C8B-B14F-4D97-AF65-F5344CB8AC3E}">
        <p14:creationId xmlns:p14="http://schemas.microsoft.com/office/powerpoint/2010/main" val="3712822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a 2"/>
          <p:cNvGraphicFramePr/>
          <p:nvPr>
            <p:extLst>
              <p:ext uri="{D42A27DB-BD31-4B8C-83A1-F6EECF244321}">
                <p14:modId xmlns:p14="http://schemas.microsoft.com/office/powerpoint/2010/main" val="3918497385"/>
              </p:ext>
            </p:extLst>
          </p:nvPr>
        </p:nvGraphicFramePr>
        <p:xfrm>
          <a:off x="1828800" y="1539874"/>
          <a:ext cx="7953375" cy="4365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CuadroTexto 1"/>
          <p:cNvSpPr txBox="1"/>
          <p:nvPr/>
        </p:nvSpPr>
        <p:spPr>
          <a:xfrm>
            <a:off x="0" y="886313"/>
            <a:ext cx="12192000" cy="46166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sz="2400" b="1" dirty="0" smtClean="0">
                <a:latin typeface="Lato"/>
              </a:rPr>
              <a:t>Análisis de Riesgos y Oportunidades</a:t>
            </a:r>
            <a:endParaRPr lang="es-MX" sz="2400" b="1" dirty="0"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859776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7225"/>
            <a:ext cx="12191999" cy="559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811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6881" y="4062873"/>
            <a:ext cx="3586785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1 CuadroTexto"/>
          <p:cNvSpPr txBox="1"/>
          <p:nvPr/>
        </p:nvSpPr>
        <p:spPr>
          <a:xfrm>
            <a:off x="2328833" y="2212520"/>
            <a:ext cx="809959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6000" b="1" dirty="0" smtClean="0">
                <a:solidFill>
                  <a:schemeClr val="accent1">
                    <a:lumMod val="50000"/>
                  </a:schemeClr>
                </a:solidFill>
                <a:latin typeface="Footlight MT Light" panose="0204060206030A020304" pitchFamily="18" charset="0"/>
              </a:rPr>
              <a:t>       Dudas, comentarios?</a:t>
            </a:r>
            <a:endParaRPr lang="es-MX" sz="6000" b="1" dirty="0">
              <a:solidFill>
                <a:schemeClr val="accent1">
                  <a:lumMod val="50000"/>
                </a:schemeClr>
              </a:solidFill>
              <a:latin typeface="Footlight MT Light" panose="0204060206030A020304" pitchFamily="18" charset="0"/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961" y="1269545"/>
            <a:ext cx="2300687" cy="2491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72007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nda 2"/>
          <p:cNvSpPr/>
          <p:nvPr/>
        </p:nvSpPr>
        <p:spPr>
          <a:xfrm>
            <a:off x="886633" y="938463"/>
            <a:ext cx="11038864" cy="5249200"/>
          </a:xfrm>
          <a:prstGeom prst="wave">
            <a:avLst/>
          </a:prstGeom>
          <a:solidFill>
            <a:srgbClr val="F03399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>
              <a:solidFill>
                <a:schemeClr val="bg1"/>
              </a:solidFill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1563050" y="2288401"/>
            <a:ext cx="9975235" cy="44319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>
                <a:solidFill>
                  <a:schemeClr val="bg1"/>
                </a:solidFill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Contacto Coordinación Equipo implementador SGC JLE Puebla</a:t>
            </a:r>
          </a:p>
          <a:p>
            <a:endParaRPr lang="es-MX" dirty="0">
              <a:solidFill>
                <a:schemeClr val="bg1"/>
              </a:solidFill>
              <a:latin typeface="Century Gothic" panose="020B0502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Ricardo Sánchez Sánchez   	</a:t>
            </a:r>
            <a:r>
              <a:rPr lang="es-MX" dirty="0" smtClean="0">
                <a:solidFill>
                  <a:schemeClr val="bg1"/>
                </a:solidFill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ricardo.sanchezs@ine.mx</a:t>
            </a:r>
          </a:p>
          <a:p>
            <a:pPr lvl="7">
              <a:buClr>
                <a:schemeClr val="bg1"/>
              </a:buClr>
            </a:pPr>
            <a:r>
              <a:rPr lang="es-MX" dirty="0" smtClean="0">
                <a:solidFill>
                  <a:schemeClr val="bg1"/>
                </a:solidFill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	55 27 73 30 74 </a:t>
            </a:r>
            <a:endParaRPr lang="es-MX" dirty="0">
              <a:solidFill>
                <a:schemeClr val="bg1"/>
              </a:solidFill>
              <a:latin typeface="Century Gothic" panose="020B0502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lvl="7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s-MX" dirty="0">
              <a:solidFill>
                <a:schemeClr val="bg1"/>
              </a:solidFill>
              <a:latin typeface="Century Gothic" panose="020B0502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Daniel </a:t>
            </a:r>
            <a:r>
              <a:rPr lang="es-MX" dirty="0" smtClean="0">
                <a:solidFill>
                  <a:schemeClr val="bg1"/>
                </a:solidFill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Palacios Martínez</a:t>
            </a:r>
            <a:r>
              <a:rPr lang="es-MX" dirty="0">
                <a:solidFill>
                  <a:schemeClr val="bg1"/>
                </a:solidFill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</a:t>
            </a:r>
            <a:r>
              <a:rPr lang="es-MX" dirty="0" smtClean="0">
                <a:solidFill>
                  <a:schemeClr val="bg1"/>
                </a:solidFill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daniel.palacios@ine.mx</a:t>
            </a:r>
            <a:endParaRPr lang="es-MX" dirty="0">
              <a:solidFill>
                <a:schemeClr val="bg1"/>
              </a:solidFill>
              <a:latin typeface="Century Gothic" panose="020B0502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7"/>
            <a:r>
              <a:rPr lang="es-MX" dirty="0" smtClean="0">
                <a:solidFill>
                  <a:schemeClr val="bg1"/>
                </a:solidFill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	55 53 32 37 95</a:t>
            </a:r>
            <a:endParaRPr lang="es-MX" dirty="0">
              <a:solidFill>
                <a:schemeClr val="bg1"/>
              </a:solidFill>
              <a:latin typeface="Century Gothic" panose="020B0502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6"/>
            <a:endParaRPr lang="es-MX" b="1" dirty="0" smtClean="0">
              <a:solidFill>
                <a:schemeClr val="bg1"/>
              </a:solidFill>
              <a:latin typeface="Century Gothic" panose="020B0502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6"/>
            <a:r>
              <a:rPr lang="es-MX" sz="2400" b="1" dirty="0" smtClean="0">
                <a:solidFill>
                  <a:schemeClr val="bg1"/>
                </a:solidFill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IP </a:t>
            </a:r>
            <a:r>
              <a:rPr lang="es-MX" sz="2400" b="1" dirty="0">
                <a:solidFill>
                  <a:schemeClr val="bg1"/>
                </a:solidFill>
                <a:latin typeface="Century Gothic" panose="020B0502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350497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>
              <a:solidFill>
                <a:schemeClr val="bg1"/>
              </a:solidFill>
              <a:latin typeface="Century Gothic" panose="020B0502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>
              <a:solidFill>
                <a:schemeClr val="bg1"/>
              </a:solidFill>
              <a:latin typeface="Century Gothic" panose="020B0502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ctr"/>
            <a:endParaRPr lang="es-MX" dirty="0" smtClean="0">
              <a:solidFill>
                <a:schemeClr val="bg1"/>
              </a:solidFill>
              <a:latin typeface="Century Gothic" panose="020B0502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>
              <a:solidFill>
                <a:schemeClr val="bg1"/>
              </a:solidFill>
              <a:latin typeface="Century Gothic" panose="020B0502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>
              <a:solidFill>
                <a:schemeClr val="bg1"/>
              </a:solidFill>
              <a:latin typeface="Century Gothic" panose="020B0502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>
              <a:solidFill>
                <a:schemeClr val="bg1"/>
              </a:solidFill>
              <a:latin typeface="Century Gothic" panose="020B0502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3234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sencial">
  <a:themeElements>
    <a:clrScheme name="Esenc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Esencial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encial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Essential</Template>
  <TotalTime>794</TotalTime>
  <Words>240</Words>
  <Application>Microsoft Office PowerPoint</Application>
  <PresentationFormat>Panorámica</PresentationFormat>
  <Paragraphs>34</Paragraphs>
  <Slides>7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5" baseType="lpstr">
      <vt:lpstr>Arial Unicode MS</vt:lpstr>
      <vt:lpstr>Arial</vt:lpstr>
      <vt:lpstr>Calibri</vt:lpstr>
      <vt:lpstr>Century Gothic</vt:lpstr>
      <vt:lpstr>Footlight MT Light</vt:lpstr>
      <vt:lpstr>Lato</vt:lpstr>
      <vt:lpstr>Verdana</vt:lpstr>
      <vt:lpstr>Esencial</vt:lpstr>
      <vt:lpstr>Presentación de PowerPoint</vt:lpstr>
      <vt:lpstr>Riesgo   Efecto de la incertidumbre,  Un efecto es una desviación de lo esperado, ya sea  positivo o negativo,  Incertidumbre es el estado incluso parcial, de deficiencia de información, relacionada con la comprensión o conocimiento de un evento, su consecuencia o su probabilidad.    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GUÍA DE ATENCIÓN DE RIESGOS</dc:title>
  <dc:creator>SANCHEZ SANCHEZ RICARDO</dc:creator>
  <cp:lastModifiedBy>SANCHEZ SANCHEZ RICARDO</cp:lastModifiedBy>
  <cp:revision>37</cp:revision>
  <dcterms:created xsi:type="dcterms:W3CDTF">2019-03-01T21:21:30Z</dcterms:created>
  <dcterms:modified xsi:type="dcterms:W3CDTF">2020-02-24T19:39:04Z</dcterms:modified>
</cp:coreProperties>
</file>