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3" r:id="rId1"/>
  </p:sldMasterIdLst>
  <p:notesMasterIdLst>
    <p:notesMasterId r:id="rId27"/>
  </p:notesMasterIdLst>
  <p:sldIdLst>
    <p:sldId id="316" r:id="rId2"/>
    <p:sldId id="319" r:id="rId3"/>
    <p:sldId id="320" r:id="rId4"/>
    <p:sldId id="271" r:id="rId5"/>
    <p:sldId id="272" r:id="rId6"/>
    <p:sldId id="273" r:id="rId7"/>
    <p:sldId id="274" r:id="rId8"/>
    <p:sldId id="275" r:id="rId9"/>
    <p:sldId id="276" r:id="rId10"/>
    <p:sldId id="280" r:id="rId11"/>
    <p:sldId id="281" r:id="rId12"/>
    <p:sldId id="282" r:id="rId13"/>
    <p:sldId id="283" r:id="rId14"/>
    <p:sldId id="284" r:id="rId15"/>
    <p:sldId id="285" r:id="rId16"/>
    <p:sldId id="286" r:id="rId17"/>
    <p:sldId id="297" r:id="rId18"/>
    <p:sldId id="298" r:id="rId19"/>
    <p:sldId id="299" r:id="rId20"/>
    <p:sldId id="261" r:id="rId21"/>
    <p:sldId id="310" r:id="rId22"/>
    <p:sldId id="312" r:id="rId23"/>
    <p:sldId id="311" r:id="rId24"/>
    <p:sldId id="318" r:id="rId25"/>
    <p:sldId id="317" r:id="rId2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3399"/>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B35EEBD-EBC7-468E-BFFF-F8BC8452920D}">
  <a:tblStyle styleId="{6B35EEBD-EBC7-468E-BFFF-F8BC8452920D}" styleName="Table_0">
    <a:wholeTbl>
      <a:tcTxStyle b="off" i="off">
        <a:font>
          <a:latin typeface="Calibri"/>
          <a:ea typeface="Calibri"/>
          <a:cs typeface="Calibri"/>
        </a:font>
        <a:schemeClr val="dk1"/>
      </a:tcTxStyle>
      <a:tcStyle>
        <a:tcBdr>
          <a:left>
            <a:ln w="12700" cap="flat" cmpd="sng">
              <a:solidFill>
                <a:schemeClr val="accent1"/>
              </a:solidFill>
              <a:prstDash val="solid"/>
              <a:round/>
              <a:headEnd type="none" w="sm" len="sm"/>
              <a:tailEnd type="none" w="sm" len="sm"/>
            </a:ln>
          </a:left>
          <a:right>
            <a:ln w="12700" cap="flat" cmpd="sng">
              <a:solidFill>
                <a:schemeClr val="accent1"/>
              </a:solidFill>
              <a:prstDash val="solid"/>
              <a:round/>
              <a:headEnd type="none" w="sm" len="sm"/>
              <a:tailEnd type="none" w="sm" len="sm"/>
            </a:ln>
          </a:right>
          <a:top>
            <a:ln w="12700" cap="flat" cmpd="sng">
              <a:solidFill>
                <a:schemeClr val="accent1"/>
              </a:solidFill>
              <a:prstDash val="solid"/>
              <a:round/>
              <a:headEnd type="none" w="sm" len="sm"/>
              <a:tailEnd type="none" w="sm" len="sm"/>
            </a:ln>
          </a:top>
          <a:bottom>
            <a:ln w="12700" cap="flat" cmpd="sng">
              <a:solidFill>
                <a:schemeClr val="accent1"/>
              </a:solidFill>
              <a:prstDash val="solid"/>
              <a:round/>
              <a:headEnd type="none" w="sm" len="sm"/>
              <a:tailEnd type="none" w="sm" len="sm"/>
            </a:ln>
          </a:bottom>
          <a:insideH>
            <a:ln w="12700" cap="flat" cmpd="sng">
              <a:solidFill>
                <a:schemeClr val="accent1"/>
              </a:solidFill>
              <a:prstDash val="solid"/>
              <a:round/>
              <a:headEnd type="none" w="sm" len="sm"/>
              <a:tailEnd type="none" w="sm" len="sm"/>
            </a:ln>
          </a:insideH>
          <a:insideV>
            <a:ln w="12700" cap="flat" cmpd="sng">
              <a:solidFill>
                <a:schemeClr val="accent1"/>
              </a:solidFill>
              <a:prstDash val="solid"/>
              <a:round/>
              <a:headEnd type="none" w="sm" len="sm"/>
              <a:tailEnd type="none" w="sm" len="sm"/>
            </a:ln>
          </a:insideV>
        </a:tcBdr>
        <a:fill>
          <a:solidFill>
            <a:srgbClr val="FFFFFF">
              <a:alpha val="0"/>
            </a:srgbClr>
          </a:solidFill>
        </a:fill>
      </a:tcStyle>
    </a:wholeTbl>
    <a:band1H>
      <a:tcTxStyle/>
      <a:tcStyle>
        <a:tcBdr/>
        <a:fill>
          <a:solidFill>
            <a:schemeClr val="accent1">
              <a:alpha val="20000"/>
            </a:schemeClr>
          </a:solidFill>
        </a:fill>
      </a:tcStyle>
    </a:band1H>
    <a:band2H>
      <a:tcTxStyle/>
      <a:tcStyle>
        <a:tcBdr/>
      </a:tcStyle>
    </a:band2H>
    <a:band1V>
      <a:tcTxStyle/>
      <a:tcStyle>
        <a:tcBdr/>
        <a:fill>
          <a:solidFill>
            <a:schemeClr val="accent1">
              <a:alpha val="20000"/>
            </a:schemeClr>
          </a:solidFill>
        </a:fill>
      </a:tcStyle>
    </a:band1V>
    <a:band2V>
      <a:tcTxStyle/>
      <a:tcStyle>
        <a:tcBdr/>
      </a:tcStyle>
    </a:band2V>
    <a:lastCol>
      <a:tcTxStyle b="on" i="off"/>
      <a:tcStyle>
        <a:tcBdr/>
      </a:tcStyle>
    </a:lastCol>
    <a:firstCol>
      <a:tcTxStyle b="on" i="off"/>
      <a:tcStyle>
        <a:tcBdr/>
      </a:tcStyle>
    </a:firstCol>
    <a:lastRow>
      <a:tcTxStyle b="on" i="off"/>
      <a:tcStyle>
        <a:tcBdr>
          <a:top>
            <a:ln w="50800" cap="flat" cmpd="sng">
              <a:solidFill>
                <a:schemeClr val="accent1"/>
              </a:solidFill>
              <a:prstDash val="solid"/>
              <a:round/>
              <a:headEnd type="none" w="sm" len="sm"/>
              <a:tailEnd type="none" w="sm" len="sm"/>
            </a:ln>
          </a:top>
        </a:tcBdr>
        <a:fill>
          <a:solidFill>
            <a:srgbClr val="FFFFFF">
              <a:alpha val="0"/>
            </a:srgbClr>
          </a:solidFill>
        </a:fill>
      </a:tcStyle>
    </a:lastRow>
    <a:seCell>
      <a:tcTxStyle/>
      <a:tcStyle>
        <a:tcBdr/>
      </a:tcStyle>
    </a:seCell>
    <a:swCell>
      <a:tcTxStyle/>
      <a:tcStyle>
        <a:tcBdr/>
      </a:tcStyle>
    </a:swCell>
    <a:firstRow>
      <a:tcTxStyle b="on" i="off"/>
      <a:tcStyle>
        <a:tcBdr>
          <a:bottom>
            <a:ln w="25400" cap="flat" cmpd="sng">
              <a:solidFill>
                <a:schemeClr val="accent1"/>
              </a:solidFill>
              <a:prstDash val="solid"/>
              <a:round/>
              <a:headEnd type="none" w="sm" len="sm"/>
              <a:tailEnd type="none" w="sm" len="sm"/>
            </a:ln>
          </a:bottom>
        </a:tcBdr>
        <a:fill>
          <a:solidFill>
            <a:srgbClr val="FFFFFF">
              <a:alpha val="0"/>
            </a:srgbClr>
          </a:solidFill>
        </a:fill>
      </a:tcStyle>
    </a:firstRow>
    <a:neCell>
      <a:tcTxStyle/>
      <a:tcStyle>
        <a:tcBdr/>
      </a:tcStyle>
    </a:neCell>
    <a:nwCell>
      <a:tcTxStyle/>
      <a:tcStyle>
        <a:tcBdr/>
      </a:tcStyle>
    </a:nwCell>
  </a:tblStyle>
  <a:tblStyle styleId="{38727DA9-F4C8-49F0-B3DE-6E2A0FEDA1B2}"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00" d="100"/>
          <a:sy n="100" d="100"/>
        </p:scale>
        <p:origin x="876" y="21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diagrams/_rels/data1.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image" Target="../media/image7.png"/><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diagrams/_rels/data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image" Target="../media/image18.png"/></Relationships>
</file>

<file path=ppt/diagrams/_rels/data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image" Target="../media/image21.jpg"/></Relationships>
</file>

<file path=ppt/diagrams/_rels/data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image" Target="../media/image24.png"/></Relationships>
</file>

<file path=ppt/diagrams/_rels/drawing1.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image" Target="../media/image7.png"/><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diagrams/_rels/drawing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image" Target="../media/image18.png"/></Relationships>
</file>

<file path=ppt/diagrams/_rels/drawing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image" Target="../media/image21.jpg"/></Relationships>
</file>

<file path=ppt/diagrams/_rels/drawing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image" Target="../media/image24.png"/></Relationships>
</file>

<file path=ppt/diagrams/colors1.xml><?xml version="1.0" encoding="utf-8"?>
<dgm:colorsDef xmlns:dgm="http://schemas.openxmlformats.org/drawingml/2006/diagram" xmlns:a="http://schemas.openxmlformats.org/drawingml/2006/main" uniqueId="urn:microsoft.com/office/officeart/2005/8/colors/accent6_4">
  <dgm:title val=""/>
  <dgm:desc val=""/>
  <dgm:catLst>
    <dgm:cat type="accent6" pri="11400"/>
  </dgm:catLst>
  <dgm:styleLbl name="node0">
    <dgm:fillClrLst meth="cycle">
      <a:schemeClr val="accent6">
        <a:shade val="60000"/>
      </a:schemeClr>
    </dgm:fillClrLst>
    <dgm:linClrLst meth="repeat">
      <a:schemeClr val="lt1"/>
    </dgm:linClrLst>
    <dgm:effectClrLst/>
    <dgm:txLinClrLst/>
    <dgm:txFillClrLst/>
    <dgm:txEffectClrLst/>
  </dgm:styleLbl>
  <dgm:styleLbl name="alignNode1">
    <dgm:fillClrLst meth="cycle">
      <a:schemeClr val="accent6">
        <a:shade val="50000"/>
      </a:schemeClr>
      <a:schemeClr val="accent6">
        <a:tint val="55000"/>
      </a:schemeClr>
    </dgm:fillClrLst>
    <dgm:linClrLst meth="cycle">
      <a:schemeClr val="accent6">
        <a:shade val="50000"/>
      </a:schemeClr>
      <a:schemeClr val="accent6">
        <a:tint val="55000"/>
      </a:schemeClr>
    </dgm:linClrLst>
    <dgm:effectClrLst/>
    <dgm:txLinClrLst/>
    <dgm:txFillClrLst/>
    <dgm:txEffectClrLst/>
  </dgm:styleLbl>
  <dgm:styleLbl name="node1">
    <dgm:fillClrLst meth="cycle">
      <a:schemeClr val="accent6">
        <a:shade val="50000"/>
      </a:schemeClr>
      <a:schemeClr val="accent6">
        <a:tint val="55000"/>
      </a:schemeClr>
    </dgm:fillClrLst>
    <dgm:linClrLst meth="repeat">
      <a:schemeClr val="lt1"/>
    </dgm:linClrLst>
    <dgm:effectClrLst/>
    <dgm:txLinClrLst/>
    <dgm:txFillClrLst/>
    <dgm:txEffectClrLst/>
  </dgm:styleLbl>
  <dgm:styleLbl name="lnNode1">
    <dgm:fillClrLst meth="cycle">
      <a:schemeClr val="accent6">
        <a:shade val="50000"/>
      </a:schemeClr>
      <a:schemeClr val="accent6">
        <a:tint val="55000"/>
      </a:schemeClr>
    </dgm:fillClrLst>
    <dgm:linClrLst meth="repeat">
      <a:schemeClr val="lt1"/>
    </dgm:linClrLst>
    <dgm:effectClrLst/>
    <dgm:txLinClrLst/>
    <dgm:txFillClrLst/>
    <dgm:txEffectClrLst/>
  </dgm:styleLbl>
  <dgm:styleLbl name="vennNode1">
    <dgm:fillClrLst meth="cycle">
      <a:schemeClr val="accent6">
        <a:shade val="80000"/>
        <a:alpha val="50000"/>
      </a:schemeClr>
      <a:schemeClr val="accent6">
        <a:tint val="50000"/>
        <a:alpha val="50000"/>
      </a:schemeClr>
    </dgm:fillClrLst>
    <dgm:linClrLst meth="repeat">
      <a:schemeClr val="lt1"/>
    </dgm:linClrLst>
    <dgm:effectClrLst/>
    <dgm:txLinClrLst/>
    <dgm:txFillClrLst/>
    <dgm:txEffectClrLst/>
  </dgm:styleLbl>
  <dgm:styleLbl name="node2">
    <dgm:fillClrLst>
      <a:schemeClr val="accent6">
        <a:shade val="80000"/>
      </a:schemeClr>
    </dgm:fillClrLst>
    <dgm:linClrLst meth="repeat">
      <a:schemeClr val="lt1"/>
    </dgm:linClrLst>
    <dgm:effectClrLst/>
    <dgm:txLinClrLst/>
    <dgm:txFillClrLst/>
    <dgm:txEffectClrLst/>
  </dgm:styleLbl>
  <dgm:styleLbl name="node3">
    <dgm:fillClrLst>
      <a:schemeClr val="accent6">
        <a:tint val="99000"/>
      </a:schemeClr>
    </dgm:fillClrLst>
    <dgm:linClrLst meth="repeat">
      <a:schemeClr val="lt1"/>
    </dgm:linClrLst>
    <dgm:effectClrLst/>
    <dgm:txLinClrLst/>
    <dgm:txFillClrLst/>
    <dgm:txEffectClrLst/>
  </dgm:styleLbl>
  <dgm:styleLbl name="node4">
    <dgm:fillClrLst>
      <a:schemeClr val="accent6">
        <a:tint val="70000"/>
      </a:schemeClr>
    </dgm:fillClrLst>
    <dgm:linClrLst meth="repeat">
      <a:schemeClr val="lt1"/>
    </dgm:linClrLst>
    <dgm:effectClrLst/>
    <dgm:txLinClrLst/>
    <dgm:txFillClrLst/>
    <dgm:txEffectClrLst/>
  </dgm:styleLbl>
  <dgm:styleLbl name="fgImgPlace1">
    <dgm:fillClrLst>
      <a:schemeClr val="accent6">
        <a:tint val="50000"/>
      </a:schemeClr>
      <a:schemeClr val="accent6">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dgm:txEffectClrLst/>
  </dgm:styleLbl>
  <dgm:styleLbl name="fgSibTrans2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dgm:txEffectClrLst/>
  </dgm:styleLbl>
  <dgm:styleLbl name="bgSibTrans2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dgm:txEffectClrLst/>
  </dgm:styleLbl>
  <dgm:styleLbl name="sibTrans1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shade val="80000"/>
      </a:schemeClr>
    </dgm:fillClrLst>
    <dgm:linClrLst meth="repeat">
      <a:schemeClr val="lt1"/>
    </dgm:linClrLst>
    <dgm:effectClrLst/>
    <dgm:txLinClrLst/>
    <dgm:txFillClrLst/>
    <dgm:txEffectClrLst/>
  </dgm:styleLbl>
  <dgm:styleLbl name="asst1">
    <dgm:fillClrLst meth="repeat">
      <a:schemeClr val="accent6">
        <a:shade val="80000"/>
      </a:schemeClr>
    </dgm:fillClrLst>
    <dgm:linClrLst meth="repeat">
      <a:schemeClr val="lt1"/>
    </dgm:linClrLst>
    <dgm:effectClrLst/>
    <dgm:txLinClrLst/>
    <dgm:txFillClrLst/>
    <dgm:txEffectClrLst/>
  </dgm:styleLbl>
  <dgm:styleLbl name="asst2">
    <dgm:fillClrLst>
      <a:schemeClr val="accent6">
        <a:tint val="90000"/>
      </a:schemeClr>
    </dgm:fillClrLst>
    <dgm:linClrLst meth="repeat">
      <a:schemeClr val="lt1"/>
    </dgm:linClrLst>
    <dgm:effectClrLst/>
    <dgm:txLinClrLst/>
    <dgm:txFillClrLst/>
    <dgm:txEffectClrLst/>
  </dgm:styleLbl>
  <dgm:styleLbl name="asst3">
    <dgm:fillClrLst>
      <a:schemeClr val="accent6">
        <a:tint val="70000"/>
      </a:schemeClr>
    </dgm:fillClrLst>
    <dgm:linClrLst meth="repeat">
      <a:schemeClr val="lt1"/>
    </dgm:linClrLst>
    <dgm:effectClrLst/>
    <dgm:txLinClrLst/>
    <dgm:txFillClrLst/>
    <dgm:txEffectClrLst/>
  </dgm:styleLbl>
  <dgm:styleLbl name="asst4">
    <dgm:fillClrLst>
      <a:schemeClr val="accent6">
        <a:tint val="50000"/>
      </a:schemeClr>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shade val="80000"/>
      </a:schemeClr>
    </dgm:linClrLst>
    <dgm:effectClrLst/>
    <dgm:txLinClrLst/>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dk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a:tint val="90000"/>
      </a:schemeClr>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55000"/>
      </a:schemeClr>
    </dgm:fillClrLst>
    <dgm:linClrLst meth="repeat">
      <a:schemeClr val="accent6">
        <a:alpha val="90000"/>
        <a:tint val="55000"/>
      </a:schemeClr>
    </dgm:linClrLst>
    <dgm:effectClrLst/>
    <dgm:txLinClrLst/>
    <dgm:txFillClrLst meth="repeat">
      <a:schemeClr val="dk1"/>
    </dgm:txFillClrLst>
    <dgm:txEffectClrLst/>
  </dgm:styleLbl>
  <dgm:styleLbl name="alignAccFollowNode1">
    <dgm:fillClrLst meth="repeat">
      <a:schemeClr val="accent6">
        <a:alpha val="90000"/>
        <a:tint val="55000"/>
      </a:schemeClr>
    </dgm:fillClrLst>
    <dgm:linClrLst meth="repeat">
      <a:schemeClr val="accent6">
        <a:alpha val="90000"/>
        <a:tint val="55000"/>
      </a:schemeClr>
    </dgm:linClrLst>
    <dgm:effectClrLst/>
    <dgm:txLinClrLst/>
    <dgm:txFillClrLst meth="repeat">
      <a:schemeClr val="dk1"/>
    </dgm:txFillClrLst>
    <dgm:txEffectClrLst/>
  </dgm:styleLbl>
  <dgm:styleLbl name="bgAccFollowNode1">
    <dgm:fillClrLst meth="repeat">
      <a:schemeClr val="accent6">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50000"/>
      </a:schemeClr>
    </dgm:linClrLst>
    <dgm:effectClrLst/>
    <dgm:txLinClrLst/>
    <dgm:txFillClrLst meth="repeat">
      <a:schemeClr val="dk1"/>
    </dgm:txFillClrLst>
    <dgm:txEffectClrLst/>
  </dgm:styleLbl>
  <dgm:styleLbl name="bgShp">
    <dgm:fillClrLst meth="repeat">
      <a:schemeClr val="accent6">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55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2A93733-7800-4C8A-9AEC-39C5FBF6818D}" type="doc">
      <dgm:prSet loTypeId="urn:microsoft.com/office/officeart/2005/8/layout/vList3" loCatId="list" qsTypeId="urn:microsoft.com/office/officeart/2005/8/quickstyle/simple1" qsCatId="simple" csTypeId="urn:microsoft.com/office/officeart/2005/8/colors/accent6_4" csCatId="accent6" phldr="1"/>
      <dgm:spPr>
        <a:scene3d>
          <a:camera prst="orthographicFront">
            <a:rot lat="0" lon="0" rev="0"/>
          </a:camera>
          <a:lightRig rig="soft" dir="t">
            <a:rot lat="0" lon="0" rev="0"/>
          </a:lightRig>
        </a:scene3d>
      </dgm:spPr>
      <dgm:t>
        <a:bodyPr/>
        <a:lstStyle/>
        <a:p>
          <a:endParaRPr lang="es-MX"/>
        </a:p>
      </dgm:t>
    </dgm:pt>
    <dgm:pt modelId="{37781D47-E31A-417F-A243-C45930DB81A9}">
      <dgm:prSet custT="1"/>
      <dgm:spPr>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pPr rtl="0"/>
          <a:r>
            <a:rPr lang="es-MX" sz="1400" b="1" dirty="0" smtClean="0">
              <a:latin typeface="Century Gothic" panose="020B0502020202020204" pitchFamily="34" charset="0"/>
            </a:rPr>
            <a:t>La información es cualitativa o cuantitativa.</a:t>
          </a:r>
          <a:endParaRPr lang="es-MX" sz="1400" b="1" dirty="0">
            <a:latin typeface="Century Gothic" panose="020B0502020202020204" pitchFamily="34" charset="0"/>
          </a:endParaRPr>
        </a:p>
      </dgm:t>
    </dgm:pt>
    <dgm:pt modelId="{5983E600-E447-4A40-A7F4-7538266D5BB0}" type="parTrans" cxnId="{3EA161B8-B704-4486-A5DA-60511415F793}">
      <dgm:prSet/>
      <dgm:spPr/>
      <dgm:t>
        <a:bodyPr/>
        <a:lstStyle/>
        <a:p>
          <a:endParaRPr lang="es-MX" b="1"/>
        </a:p>
      </dgm:t>
    </dgm:pt>
    <dgm:pt modelId="{A4954DF5-BF8A-41A1-963B-EB85DA7645CA}" type="sibTrans" cxnId="{3EA161B8-B704-4486-A5DA-60511415F793}">
      <dgm:prSet/>
      <dgm:spPr/>
      <dgm:t>
        <a:bodyPr/>
        <a:lstStyle/>
        <a:p>
          <a:endParaRPr lang="es-MX" b="1"/>
        </a:p>
      </dgm:t>
    </dgm:pt>
    <dgm:pt modelId="{1D830E5F-1230-482F-8B8B-AAD3834A6BCF}">
      <dgm:prSet custT="1"/>
      <dgm:spPr>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pPr rtl="0"/>
          <a:r>
            <a:rPr lang="es-MX" sz="1400" b="1" dirty="0" smtClean="0">
              <a:latin typeface="Century Gothic" panose="020B0502020202020204" pitchFamily="34" charset="0"/>
            </a:rPr>
            <a:t>Cómo se recogerán los datos y en qué tipo de documentos se hará.</a:t>
          </a:r>
          <a:endParaRPr lang="es-MX" sz="1400" b="1" dirty="0">
            <a:latin typeface="Century Gothic" panose="020B0502020202020204" pitchFamily="34" charset="0"/>
          </a:endParaRPr>
        </a:p>
      </dgm:t>
    </dgm:pt>
    <dgm:pt modelId="{3FE96C31-7540-4816-A3B1-9A86F3738758}" type="parTrans" cxnId="{3DF7B5C8-A779-4DED-8538-ED90C39369F5}">
      <dgm:prSet/>
      <dgm:spPr/>
      <dgm:t>
        <a:bodyPr/>
        <a:lstStyle/>
        <a:p>
          <a:endParaRPr lang="es-MX" b="1"/>
        </a:p>
      </dgm:t>
    </dgm:pt>
    <dgm:pt modelId="{29B1DF3D-2D04-44FF-BF9A-7A642DD1D611}" type="sibTrans" cxnId="{3DF7B5C8-A779-4DED-8538-ED90C39369F5}">
      <dgm:prSet/>
      <dgm:spPr/>
      <dgm:t>
        <a:bodyPr/>
        <a:lstStyle/>
        <a:p>
          <a:endParaRPr lang="es-MX" b="1"/>
        </a:p>
      </dgm:t>
    </dgm:pt>
    <dgm:pt modelId="{CD2C920D-F1A7-4363-A77D-174C0C6BC2FA}">
      <dgm:prSet custT="1"/>
      <dgm:spPr>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pPr rtl="0"/>
          <a:r>
            <a:rPr lang="es-MX" sz="1400" b="1" dirty="0" smtClean="0">
              <a:latin typeface="Century Gothic" panose="020B0502020202020204" pitchFamily="34" charset="0"/>
            </a:rPr>
            <a:t>Cómo se utilizará la información recopilada.</a:t>
          </a:r>
          <a:endParaRPr lang="es-MX" sz="1400" b="1" dirty="0">
            <a:latin typeface="Century Gothic" panose="020B0502020202020204" pitchFamily="34" charset="0"/>
          </a:endParaRPr>
        </a:p>
      </dgm:t>
    </dgm:pt>
    <dgm:pt modelId="{C66B89CC-CA1B-4C71-9977-53AD4CB598F8}" type="parTrans" cxnId="{4A10B71A-8FB5-4576-9E89-F9039A897DC9}">
      <dgm:prSet/>
      <dgm:spPr/>
      <dgm:t>
        <a:bodyPr/>
        <a:lstStyle/>
        <a:p>
          <a:endParaRPr lang="es-MX" b="1"/>
        </a:p>
      </dgm:t>
    </dgm:pt>
    <dgm:pt modelId="{E0366B66-7499-4656-B097-156EDFF55CAA}" type="sibTrans" cxnId="{4A10B71A-8FB5-4576-9E89-F9039A897DC9}">
      <dgm:prSet/>
      <dgm:spPr/>
      <dgm:t>
        <a:bodyPr/>
        <a:lstStyle/>
        <a:p>
          <a:endParaRPr lang="es-MX" b="1"/>
        </a:p>
      </dgm:t>
    </dgm:pt>
    <dgm:pt modelId="{1B52158D-71C9-4EFD-8FA2-72570F2D7D0F}">
      <dgm:prSet custT="1"/>
      <dgm:spPr>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pPr rtl="0"/>
          <a:r>
            <a:rPr lang="es-MX" sz="1400" b="1" dirty="0" smtClean="0">
              <a:latin typeface="Century Gothic" panose="020B0502020202020204" pitchFamily="34" charset="0"/>
            </a:rPr>
            <a:t>Cómo se analizará.</a:t>
          </a:r>
          <a:endParaRPr lang="es-MX" sz="1400" b="1" dirty="0">
            <a:latin typeface="Century Gothic" panose="020B0502020202020204" pitchFamily="34" charset="0"/>
          </a:endParaRPr>
        </a:p>
      </dgm:t>
    </dgm:pt>
    <dgm:pt modelId="{5E72613F-FFE9-475C-A637-BD24ED12430A}" type="parTrans" cxnId="{2895DBDA-8D58-48C2-AEC5-F1DCEC05E590}">
      <dgm:prSet/>
      <dgm:spPr/>
      <dgm:t>
        <a:bodyPr/>
        <a:lstStyle/>
        <a:p>
          <a:endParaRPr lang="es-MX" b="1"/>
        </a:p>
      </dgm:t>
    </dgm:pt>
    <dgm:pt modelId="{032DBECE-984E-4832-A984-ED36F39A1A4B}" type="sibTrans" cxnId="{2895DBDA-8D58-48C2-AEC5-F1DCEC05E590}">
      <dgm:prSet/>
      <dgm:spPr/>
      <dgm:t>
        <a:bodyPr/>
        <a:lstStyle/>
        <a:p>
          <a:endParaRPr lang="es-MX" b="1"/>
        </a:p>
      </dgm:t>
    </dgm:pt>
    <dgm:pt modelId="{11F6A4E0-7F3C-4901-B090-D5E4F57E9B76}">
      <dgm:prSet custT="1"/>
      <dgm:spPr>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pPr rtl="0"/>
          <a:r>
            <a:rPr lang="es-MX" sz="1400" b="1" dirty="0" smtClean="0">
              <a:latin typeface="Century Gothic" panose="020B0502020202020204" pitchFamily="34" charset="0"/>
            </a:rPr>
            <a:t>Quién se encargará de la recopilación de datos.</a:t>
          </a:r>
          <a:endParaRPr lang="es-MX" sz="1400" b="1" dirty="0">
            <a:latin typeface="Century Gothic" panose="020B0502020202020204" pitchFamily="34" charset="0"/>
          </a:endParaRPr>
        </a:p>
      </dgm:t>
    </dgm:pt>
    <dgm:pt modelId="{7CCD5718-8731-445A-ACCE-4F3870C6E367}" type="parTrans" cxnId="{52828029-990D-44D7-9C0A-03C22D6EE5EE}">
      <dgm:prSet/>
      <dgm:spPr/>
      <dgm:t>
        <a:bodyPr/>
        <a:lstStyle/>
        <a:p>
          <a:endParaRPr lang="es-MX" b="1"/>
        </a:p>
      </dgm:t>
    </dgm:pt>
    <dgm:pt modelId="{0DE14D82-4A56-4B80-9532-5C11D6036574}" type="sibTrans" cxnId="{52828029-990D-44D7-9C0A-03C22D6EE5EE}">
      <dgm:prSet/>
      <dgm:spPr/>
      <dgm:t>
        <a:bodyPr/>
        <a:lstStyle/>
        <a:p>
          <a:endParaRPr lang="es-MX" b="1"/>
        </a:p>
      </dgm:t>
    </dgm:pt>
    <dgm:pt modelId="{50380DB5-BD4A-4501-A4CA-D63C4BDDCB52}">
      <dgm:prSet custT="1"/>
      <dgm:spPr>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pPr rtl="0"/>
          <a:r>
            <a:rPr lang="es-MX" sz="1400" b="1" dirty="0" smtClean="0">
              <a:latin typeface="Century Gothic" panose="020B0502020202020204" pitchFamily="34" charset="0"/>
            </a:rPr>
            <a:t>Con qué frecuencia se va a analizar.</a:t>
          </a:r>
          <a:endParaRPr lang="es-MX" sz="1400" b="1" dirty="0">
            <a:latin typeface="Century Gothic" panose="020B0502020202020204" pitchFamily="34" charset="0"/>
          </a:endParaRPr>
        </a:p>
      </dgm:t>
    </dgm:pt>
    <dgm:pt modelId="{C29CD776-29BB-41B7-9E86-4C69FF35BB84}" type="parTrans" cxnId="{77FF5766-8B84-464F-990D-F3101356039C}">
      <dgm:prSet/>
      <dgm:spPr/>
      <dgm:t>
        <a:bodyPr/>
        <a:lstStyle/>
        <a:p>
          <a:endParaRPr lang="es-MX" b="1"/>
        </a:p>
      </dgm:t>
    </dgm:pt>
    <dgm:pt modelId="{57E8B30B-3D43-4FB6-B385-75A40E0ECCFB}" type="sibTrans" cxnId="{77FF5766-8B84-464F-990D-F3101356039C}">
      <dgm:prSet/>
      <dgm:spPr/>
      <dgm:t>
        <a:bodyPr/>
        <a:lstStyle/>
        <a:p>
          <a:endParaRPr lang="es-MX" b="1"/>
        </a:p>
      </dgm:t>
    </dgm:pt>
    <dgm:pt modelId="{30568212-247F-494D-BD9E-9DBD24A3A952}">
      <dgm:prSet custT="1"/>
      <dgm:spPr>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pPr rtl="0"/>
          <a:r>
            <a:rPr lang="es-MX" sz="1400" b="1" dirty="0" smtClean="0">
              <a:latin typeface="Century Gothic" panose="020B0502020202020204" pitchFamily="34" charset="0"/>
            </a:rPr>
            <a:t>Dónde se va a efectuar.</a:t>
          </a:r>
          <a:endParaRPr lang="es-MX" sz="1400" b="1" dirty="0">
            <a:latin typeface="Century Gothic" panose="020B0502020202020204" pitchFamily="34" charset="0"/>
          </a:endParaRPr>
        </a:p>
      </dgm:t>
    </dgm:pt>
    <dgm:pt modelId="{F0C231D6-60A7-4E39-AA3F-D70C05F9AAA3}" type="parTrans" cxnId="{3EAEE81B-5CA9-44C6-91E2-3704B597A905}">
      <dgm:prSet/>
      <dgm:spPr/>
      <dgm:t>
        <a:bodyPr/>
        <a:lstStyle/>
        <a:p>
          <a:endParaRPr lang="es-MX" b="1"/>
        </a:p>
      </dgm:t>
    </dgm:pt>
    <dgm:pt modelId="{099551B4-E585-4C67-B39F-F5A003016FC9}" type="sibTrans" cxnId="{3EAEE81B-5CA9-44C6-91E2-3704B597A905}">
      <dgm:prSet/>
      <dgm:spPr/>
      <dgm:t>
        <a:bodyPr/>
        <a:lstStyle/>
        <a:p>
          <a:endParaRPr lang="es-MX" b="1"/>
        </a:p>
      </dgm:t>
    </dgm:pt>
    <dgm:pt modelId="{3F5B9D34-9200-42BD-8B21-42D32FB15538}" type="pres">
      <dgm:prSet presAssocID="{C2A93733-7800-4C8A-9AEC-39C5FBF6818D}" presName="linearFlow" presStyleCnt="0">
        <dgm:presLayoutVars>
          <dgm:dir/>
          <dgm:resizeHandles val="exact"/>
        </dgm:presLayoutVars>
      </dgm:prSet>
      <dgm:spPr/>
      <dgm:t>
        <a:bodyPr/>
        <a:lstStyle/>
        <a:p>
          <a:endParaRPr lang="es-MX"/>
        </a:p>
      </dgm:t>
    </dgm:pt>
    <dgm:pt modelId="{37C8C2BD-AC85-444D-BD11-8A4B548D3B91}" type="pres">
      <dgm:prSet presAssocID="{37781D47-E31A-417F-A243-C45930DB81A9}" presName="composite" presStyleCnt="0"/>
      <dgm:spPr>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endParaRPr lang="es-ES"/>
        </a:p>
      </dgm:t>
    </dgm:pt>
    <dgm:pt modelId="{684CBD7D-86D2-4B28-9D6D-1FDE8088970B}" type="pres">
      <dgm:prSet presAssocID="{37781D47-E31A-417F-A243-C45930DB81A9}" presName="imgShp" presStyleLbl="fgImgPlace1" presStyleIdx="0" presStyleCnt="7"/>
      <dgm:spPr>
        <a:blipFill>
          <a:blip xmlns:r="http://schemas.openxmlformats.org/officeDocument/2006/relationships" r:embed="rId1">
            <a:extLst>
              <a:ext uri="{28A0092B-C50C-407E-A947-70E740481C1C}">
                <a14:useLocalDpi xmlns:a14="http://schemas.microsoft.com/office/drawing/2010/main" val="0"/>
              </a:ext>
            </a:extLst>
          </a:blip>
          <a:srcRect/>
          <a:stretch>
            <a:fillRect t="-2000" b="-2000"/>
          </a:stretch>
        </a:blipFill>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endParaRPr lang="es-ES"/>
        </a:p>
      </dgm:t>
    </dgm:pt>
    <dgm:pt modelId="{8D279E94-B2CD-4871-AE25-F23EA14929D6}" type="pres">
      <dgm:prSet presAssocID="{37781D47-E31A-417F-A243-C45930DB81A9}" presName="txShp" presStyleLbl="node1" presStyleIdx="0" presStyleCnt="7">
        <dgm:presLayoutVars>
          <dgm:bulletEnabled val="1"/>
        </dgm:presLayoutVars>
      </dgm:prSet>
      <dgm:spPr/>
      <dgm:t>
        <a:bodyPr/>
        <a:lstStyle/>
        <a:p>
          <a:endParaRPr lang="es-MX"/>
        </a:p>
      </dgm:t>
    </dgm:pt>
    <dgm:pt modelId="{DF35D850-8693-4469-AF2F-082E481F488A}" type="pres">
      <dgm:prSet presAssocID="{A4954DF5-BF8A-41A1-963B-EB85DA7645CA}" presName="spacing" presStyleCnt="0"/>
      <dgm:spPr>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endParaRPr lang="es-ES"/>
        </a:p>
      </dgm:t>
    </dgm:pt>
    <dgm:pt modelId="{B156ED32-06EA-4123-B3AC-B322D5D3A387}" type="pres">
      <dgm:prSet presAssocID="{1D830E5F-1230-482F-8B8B-AAD3834A6BCF}" presName="composite" presStyleCnt="0"/>
      <dgm:spPr>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endParaRPr lang="es-ES"/>
        </a:p>
      </dgm:t>
    </dgm:pt>
    <dgm:pt modelId="{52048D92-3A5A-4290-A02E-FB16E2DD4685}" type="pres">
      <dgm:prSet presAssocID="{1D830E5F-1230-482F-8B8B-AAD3834A6BCF}" presName="imgShp" presStyleLbl="fgImgPlace1" presStyleIdx="1" presStyleCnt="7"/>
      <dgm:spPr>
        <a:blipFill>
          <a:blip xmlns:r="http://schemas.openxmlformats.org/officeDocument/2006/relationships" r:embed="rId2">
            <a:extLst>
              <a:ext uri="{28A0092B-C50C-407E-A947-70E740481C1C}">
                <a14:useLocalDpi xmlns:a14="http://schemas.microsoft.com/office/drawing/2010/main" val="0"/>
              </a:ext>
            </a:extLst>
          </a:blip>
          <a:srcRect/>
          <a:stretch>
            <a:fillRect l="-23000" r="-23000"/>
          </a:stretch>
        </a:blipFill>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endParaRPr lang="es-ES"/>
        </a:p>
      </dgm:t>
    </dgm:pt>
    <dgm:pt modelId="{4BE6CE4D-3B8B-47B2-A7B8-B91D20D1F7EA}" type="pres">
      <dgm:prSet presAssocID="{1D830E5F-1230-482F-8B8B-AAD3834A6BCF}" presName="txShp" presStyleLbl="node1" presStyleIdx="1" presStyleCnt="7">
        <dgm:presLayoutVars>
          <dgm:bulletEnabled val="1"/>
        </dgm:presLayoutVars>
      </dgm:prSet>
      <dgm:spPr/>
      <dgm:t>
        <a:bodyPr/>
        <a:lstStyle/>
        <a:p>
          <a:endParaRPr lang="es-MX"/>
        </a:p>
      </dgm:t>
    </dgm:pt>
    <dgm:pt modelId="{9E5B0850-3831-4261-9D11-C2A6A9BE35F5}" type="pres">
      <dgm:prSet presAssocID="{29B1DF3D-2D04-44FF-BF9A-7A642DD1D611}" presName="spacing" presStyleCnt="0"/>
      <dgm:spPr>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endParaRPr lang="es-ES"/>
        </a:p>
      </dgm:t>
    </dgm:pt>
    <dgm:pt modelId="{C3BDEDD5-25E0-4D7E-8904-31969581EB0E}" type="pres">
      <dgm:prSet presAssocID="{CD2C920D-F1A7-4363-A77D-174C0C6BC2FA}" presName="composite" presStyleCnt="0"/>
      <dgm:spPr>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endParaRPr lang="es-ES"/>
        </a:p>
      </dgm:t>
    </dgm:pt>
    <dgm:pt modelId="{9DC1B744-77BC-4991-B11C-BC9AB3BB8BEE}" type="pres">
      <dgm:prSet presAssocID="{CD2C920D-F1A7-4363-A77D-174C0C6BC2FA}" presName="imgShp" presStyleLbl="fgImgPlace1" presStyleIdx="2" presStyleCnt="7"/>
      <dgm:spPr>
        <a:blipFill>
          <a:blip xmlns:r="http://schemas.openxmlformats.org/officeDocument/2006/relationships" r:embed="rId3">
            <a:extLst>
              <a:ext uri="{28A0092B-C50C-407E-A947-70E740481C1C}">
                <a14:useLocalDpi xmlns:a14="http://schemas.microsoft.com/office/drawing/2010/main" val="0"/>
              </a:ext>
            </a:extLst>
          </a:blip>
          <a:srcRect/>
          <a:stretch>
            <a:fillRect/>
          </a:stretch>
        </a:blipFill>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endParaRPr lang="es-ES"/>
        </a:p>
      </dgm:t>
    </dgm:pt>
    <dgm:pt modelId="{AD9618B4-0FB1-40B6-9396-D8A684D57B31}" type="pres">
      <dgm:prSet presAssocID="{CD2C920D-F1A7-4363-A77D-174C0C6BC2FA}" presName="txShp" presStyleLbl="node1" presStyleIdx="2" presStyleCnt="7">
        <dgm:presLayoutVars>
          <dgm:bulletEnabled val="1"/>
        </dgm:presLayoutVars>
      </dgm:prSet>
      <dgm:spPr/>
      <dgm:t>
        <a:bodyPr/>
        <a:lstStyle/>
        <a:p>
          <a:endParaRPr lang="es-MX"/>
        </a:p>
      </dgm:t>
    </dgm:pt>
    <dgm:pt modelId="{4197508D-8810-4D3B-9279-6E428AEEC74B}" type="pres">
      <dgm:prSet presAssocID="{E0366B66-7499-4656-B097-156EDFF55CAA}" presName="spacing" presStyleCnt="0"/>
      <dgm:spPr>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endParaRPr lang="es-ES"/>
        </a:p>
      </dgm:t>
    </dgm:pt>
    <dgm:pt modelId="{9A40CC7A-D104-4526-9625-6E1FAF22E180}" type="pres">
      <dgm:prSet presAssocID="{1B52158D-71C9-4EFD-8FA2-72570F2D7D0F}" presName="composite" presStyleCnt="0"/>
      <dgm:spPr>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endParaRPr lang="es-ES"/>
        </a:p>
      </dgm:t>
    </dgm:pt>
    <dgm:pt modelId="{184A8AB7-CB2C-47FF-9A7E-FBC940149E52}" type="pres">
      <dgm:prSet presAssocID="{1B52158D-71C9-4EFD-8FA2-72570F2D7D0F}" presName="imgShp" presStyleLbl="fgImgPlace1" presStyleIdx="3" presStyleCnt="7"/>
      <dgm:spPr>
        <a:blipFill>
          <a:blip xmlns:r="http://schemas.openxmlformats.org/officeDocument/2006/relationships" r:embed="rId4">
            <a:extLst>
              <a:ext uri="{28A0092B-C50C-407E-A947-70E740481C1C}">
                <a14:useLocalDpi xmlns:a14="http://schemas.microsoft.com/office/drawing/2010/main" val="0"/>
              </a:ext>
            </a:extLst>
          </a:blip>
          <a:srcRect/>
          <a:stretch>
            <a:fillRect l="-1000" r="-1000"/>
          </a:stretch>
        </a:blipFill>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endParaRPr lang="es-ES"/>
        </a:p>
      </dgm:t>
    </dgm:pt>
    <dgm:pt modelId="{28817927-89E4-436F-A72D-A03FE49C8903}" type="pres">
      <dgm:prSet presAssocID="{1B52158D-71C9-4EFD-8FA2-72570F2D7D0F}" presName="txShp" presStyleLbl="node1" presStyleIdx="3" presStyleCnt="7">
        <dgm:presLayoutVars>
          <dgm:bulletEnabled val="1"/>
        </dgm:presLayoutVars>
      </dgm:prSet>
      <dgm:spPr/>
      <dgm:t>
        <a:bodyPr/>
        <a:lstStyle/>
        <a:p>
          <a:endParaRPr lang="es-MX"/>
        </a:p>
      </dgm:t>
    </dgm:pt>
    <dgm:pt modelId="{CE673AE6-6DDE-49AC-AEDB-98DFF1E4ED32}" type="pres">
      <dgm:prSet presAssocID="{032DBECE-984E-4832-A984-ED36F39A1A4B}" presName="spacing" presStyleCnt="0"/>
      <dgm:spPr>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endParaRPr lang="es-ES"/>
        </a:p>
      </dgm:t>
    </dgm:pt>
    <dgm:pt modelId="{ADA1DF4F-9E51-45C7-8C09-77C3242B9C00}" type="pres">
      <dgm:prSet presAssocID="{11F6A4E0-7F3C-4901-B090-D5E4F57E9B76}" presName="composite" presStyleCnt="0"/>
      <dgm:spPr>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endParaRPr lang="es-ES"/>
        </a:p>
      </dgm:t>
    </dgm:pt>
    <dgm:pt modelId="{CFDC0926-E8C0-4F01-8F38-96E9B81E4FAD}" type="pres">
      <dgm:prSet presAssocID="{11F6A4E0-7F3C-4901-B090-D5E4F57E9B76}" presName="imgShp" presStyleLbl="fgImgPlace1" presStyleIdx="4" presStyleCnt="7"/>
      <dgm:spPr>
        <a:blipFill>
          <a:blip xmlns:r="http://schemas.openxmlformats.org/officeDocument/2006/relationships" r:embed="rId5">
            <a:extLst>
              <a:ext uri="{28A0092B-C50C-407E-A947-70E740481C1C}">
                <a14:useLocalDpi xmlns:a14="http://schemas.microsoft.com/office/drawing/2010/main" val="0"/>
              </a:ext>
            </a:extLst>
          </a:blip>
          <a:srcRect/>
          <a:stretch>
            <a:fillRect t="-10000" b="-10000"/>
          </a:stretch>
        </a:blipFill>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endParaRPr lang="es-ES"/>
        </a:p>
      </dgm:t>
    </dgm:pt>
    <dgm:pt modelId="{3C088B7D-A1DB-4BE9-981B-B19E4B93EDBC}" type="pres">
      <dgm:prSet presAssocID="{11F6A4E0-7F3C-4901-B090-D5E4F57E9B76}" presName="txShp" presStyleLbl="node1" presStyleIdx="4" presStyleCnt="7">
        <dgm:presLayoutVars>
          <dgm:bulletEnabled val="1"/>
        </dgm:presLayoutVars>
      </dgm:prSet>
      <dgm:spPr/>
      <dgm:t>
        <a:bodyPr/>
        <a:lstStyle/>
        <a:p>
          <a:endParaRPr lang="es-MX"/>
        </a:p>
      </dgm:t>
    </dgm:pt>
    <dgm:pt modelId="{08C6C500-A422-47E3-8867-9AAE2C90DECB}" type="pres">
      <dgm:prSet presAssocID="{0DE14D82-4A56-4B80-9532-5C11D6036574}" presName="spacing" presStyleCnt="0"/>
      <dgm:spPr>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endParaRPr lang="es-ES"/>
        </a:p>
      </dgm:t>
    </dgm:pt>
    <dgm:pt modelId="{A17A8FC7-7353-4F1E-B2C7-3C6DF43A20A5}" type="pres">
      <dgm:prSet presAssocID="{50380DB5-BD4A-4501-A4CA-D63C4BDDCB52}" presName="composite" presStyleCnt="0"/>
      <dgm:spPr>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endParaRPr lang="es-ES"/>
        </a:p>
      </dgm:t>
    </dgm:pt>
    <dgm:pt modelId="{EB88116A-5047-4849-AB81-5444BF0505B6}" type="pres">
      <dgm:prSet presAssocID="{50380DB5-BD4A-4501-A4CA-D63C4BDDCB52}" presName="imgShp" presStyleLbl="fgImgPlace1" presStyleIdx="5" presStyleCnt="7"/>
      <dgm:spPr>
        <a:blipFill>
          <a:blip xmlns:r="http://schemas.openxmlformats.org/officeDocument/2006/relationships" r:embed="rId6">
            <a:extLst>
              <a:ext uri="{28A0092B-C50C-407E-A947-70E740481C1C}">
                <a14:useLocalDpi xmlns:a14="http://schemas.microsoft.com/office/drawing/2010/main" val="0"/>
              </a:ext>
            </a:extLst>
          </a:blip>
          <a:srcRect/>
          <a:stretch>
            <a:fillRect t="-21000" b="-21000"/>
          </a:stretch>
        </a:blipFill>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endParaRPr lang="es-ES"/>
        </a:p>
      </dgm:t>
    </dgm:pt>
    <dgm:pt modelId="{A869D0E4-F401-4E19-A2E8-88D28AF237A2}" type="pres">
      <dgm:prSet presAssocID="{50380DB5-BD4A-4501-A4CA-D63C4BDDCB52}" presName="txShp" presStyleLbl="node1" presStyleIdx="5" presStyleCnt="7">
        <dgm:presLayoutVars>
          <dgm:bulletEnabled val="1"/>
        </dgm:presLayoutVars>
      </dgm:prSet>
      <dgm:spPr/>
      <dgm:t>
        <a:bodyPr/>
        <a:lstStyle/>
        <a:p>
          <a:endParaRPr lang="es-MX"/>
        </a:p>
      </dgm:t>
    </dgm:pt>
    <dgm:pt modelId="{564934A2-DBB7-4970-BA0A-8DFBB8DA6E42}" type="pres">
      <dgm:prSet presAssocID="{57E8B30B-3D43-4FB6-B385-75A40E0ECCFB}" presName="spacing" presStyleCnt="0"/>
      <dgm:spPr>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endParaRPr lang="es-ES"/>
        </a:p>
      </dgm:t>
    </dgm:pt>
    <dgm:pt modelId="{D7E24D40-157F-4760-A759-E0BFE36C4DB1}" type="pres">
      <dgm:prSet presAssocID="{30568212-247F-494D-BD9E-9DBD24A3A952}" presName="composite" presStyleCnt="0"/>
      <dgm:spPr>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endParaRPr lang="es-ES"/>
        </a:p>
      </dgm:t>
    </dgm:pt>
    <dgm:pt modelId="{2C9BC5F7-B2BE-4CB0-9030-A8EF7356EF8A}" type="pres">
      <dgm:prSet presAssocID="{30568212-247F-494D-BD9E-9DBD24A3A952}" presName="imgShp" presStyleLbl="fgImgPlace1" presStyleIdx="6" presStyleCnt="7"/>
      <dgm:spPr>
        <a:blipFill>
          <a:blip xmlns:r="http://schemas.openxmlformats.org/officeDocument/2006/relationships" r:embed="rId7">
            <a:extLst>
              <a:ext uri="{28A0092B-C50C-407E-A947-70E740481C1C}">
                <a14:useLocalDpi xmlns:a14="http://schemas.microsoft.com/office/drawing/2010/main" val="0"/>
              </a:ext>
            </a:extLst>
          </a:blip>
          <a:srcRect/>
          <a:stretch>
            <a:fillRect/>
          </a:stretch>
        </a:blipFill>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endParaRPr lang="es-ES"/>
        </a:p>
      </dgm:t>
    </dgm:pt>
    <dgm:pt modelId="{37B1653B-E0C4-41A0-B056-41E522862A1A}" type="pres">
      <dgm:prSet presAssocID="{30568212-247F-494D-BD9E-9DBD24A3A952}" presName="txShp" presStyleLbl="node1" presStyleIdx="6" presStyleCnt="7">
        <dgm:presLayoutVars>
          <dgm:bulletEnabled val="1"/>
        </dgm:presLayoutVars>
      </dgm:prSet>
      <dgm:spPr/>
      <dgm:t>
        <a:bodyPr/>
        <a:lstStyle/>
        <a:p>
          <a:endParaRPr lang="es-MX"/>
        </a:p>
      </dgm:t>
    </dgm:pt>
  </dgm:ptLst>
  <dgm:cxnLst>
    <dgm:cxn modelId="{48CA1B5C-D633-4EB0-9310-F4C8165C2B16}" type="presOf" srcId="{C2A93733-7800-4C8A-9AEC-39C5FBF6818D}" destId="{3F5B9D34-9200-42BD-8B21-42D32FB15538}" srcOrd="0" destOrd="0" presId="urn:microsoft.com/office/officeart/2005/8/layout/vList3"/>
    <dgm:cxn modelId="{01762D91-0C72-46BD-A705-6984228DA64A}" type="presOf" srcId="{11F6A4E0-7F3C-4901-B090-D5E4F57E9B76}" destId="{3C088B7D-A1DB-4BE9-981B-B19E4B93EDBC}" srcOrd="0" destOrd="0" presId="urn:microsoft.com/office/officeart/2005/8/layout/vList3"/>
    <dgm:cxn modelId="{77FF5766-8B84-464F-990D-F3101356039C}" srcId="{C2A93733-7800-4C8A-9AEC-39C5FBF6818D}" destId="{50380DB5-BD4A-4501-A4CA-D63C4BDDCB52}" srcOrd="5" destOrd="0" parTransId="{C29CD776-29BB-41B7-9E86-4C69FF35BB84}" sibTransId="{57E8B30B-3D43-4FB6-B385-75A40E0ECCFB}"/>
    <dgm:cxn modelId="{A64BAE06-885C-476C-9659-896D859E845A}" type="presOf" srcId="{1B52158D-71C9-4EFD-8FA2-72570F2D7D0F}" destId="{28817927-89E4-436F-A72D-A03FE49C8903}" srcOrd="0" destOrd="0" presId="urn:microsoft.com/office/officeart/2005/8/layout/vList3"/>
    <dgm:cxn modelId="{66B72580-B0C5-469D-B576-D57C3BF3E86A}" type="presOf" srcId="{CD2C920D-F1A7-4363-A77D-174C0C6BC2FA}" destId="{AD9618B4-0FB1-40B6-9396-D8A684D57B31}" srcOrd="0" destOrd="0" presId="urn:microsoft.com/office/officeart/2005/8/layout/vList3"/>
    <dgm:cxn modelId="{4A10B71A-8FB5-4576-9E89-F9039A897DC9}" srcId="{C2A93733-7800-4C8A-9AEC-39C5FBF6818D}" destId="{CD2C920D-F1A7-4363-A77D-174C0C6BC2FA}" srcOrd="2" destOrd="0" parTransId="{C66B89CC-CA1B-4C71-9977-53AD4CB598F8}" sibTransId="{E0366B66-7499-4656-B097-156EDFF55CAA}"/>
    <dgm:cxn modelId="{4774E3D2-F94A-43EF-B5DB-9251A837BEA1}" type="presOf" srcId="{37781D47-E31A-417F-A243-C45930DB81A9}" destId="{8D279E94-B2CD-4871-AE25-F23EA14929D6}" srcOrd="0" destOrd="0" presId="urn:microsoft.com/office/officeart/2005/8/layout/vList3"/>
    <dgm:cxn modelId="{CF561EFC-EECC-4CBB-AC2C-E3A9ABE0873D}" type="presOf" srcId="{30568212-247F-494D-BD9E-9DBD24A3A952}" destId="{37B1653B-E0C4-41A0-B056-41E522862A1A}" srcOrd="0" destOrd="0" presId="urn:microsoft.com/office/officeart/2005/8/layout/vList3"/>
    <dgm:cxn modelId="{F3BB0D11-DA46-4D15-AA54-ADB324204BCD}" type="presOf" srcId="{50380DB5-BD4A-4501-A4CA-D63C4BDDCB52}" destId="{A869D0E4-F401-4E19-A2E8-88D28AF237A2}" srcOrd="0" destOrd="0" presId="urn:microsoft.com/office/officeart/2005/8/layout/vList3"/>
    <dgm:cxn modelId="{52828029-990D-44D7-9C0A-03C22D6EE5EE}" srcId="{C2A93733-7800-4C8A-9AEC-39C5FBF6818D}" destId="{11F6A4E0-7F3C-4901-B090-D5E4F57E9B76}" srcOrd="4" destOrd="0" parTransId="{7CCD5718-8731-445A-ACCE-4F3870C6E367}" sibTransId="{0DE14D82-4A56-4B80-9532-5C11D6036574}"/>
    <dgm:cxn modelId="{2895DBDA-8D58-48C2-AEC5-F1DCEC05E590}" srcId="{C2A93733-7800-4C8A-9AEC-39C5FBF6818D}" destId="{1B52158D-71C9-4EFD-8FA2-72570F2D7D0F}" srcOrd="3" destOrd="0" parTransId="{5E72613F-FFE9-475C-A637-BD24ED12430A}" sibTransId="{032DBECE-984E-4832-A984-ED36F39A1A4B}"/>
    <dgm:cxn modelId="{3DF7B5C8-A779-4DED-8538-ED90C39369F5}" srcId="{C2A93733-7800-4C8A-9AEC-39C5FBF6818D}" destId="{1D830E5F-1230-482F-8B8B-AAD3834A6BCF}" srcOrd="1" destOrd="0" parTransId="{3FE96C31-7540-4816-A3B1-9A86F3738758}" sibTransId="{29B1DF3D-2D04-44FF-BF9A-7A642DD1D611}"/>
    <dgm:cxn modelId="{3EA161B8-B704-4486-A5DA-60511415F793}" srcId="{C2A93733-7800-4C8A-9AEC-39C5FBF6818D}" destId="{37781D47-E31A-417F-A243-C45930DB81A9}" srcOrd="0" destOrd="0" parTransId="{5983E600-E447-4A40-A7F4-7538266D5BB0}" sibTransId="{A4954DF5-BF8A-41A1-963B-EB85DA7645CA}"/>
    <dgm:cxn modelId="{3EAEE81B-5CA9-44C6-91E2-3704B597A905}" srcId="{C2A93733-7800-4C8A-9AEC-39C5FBF6818D}" destId="{30568212-247F-494D-BD9E-9DBD24A3A952}" srcOrd="6" destOrd="0" parTransId="{F0C231D6-60A7-4E39-AA3F-D70C05F9AAA3}" sibTransId="{099551B4-E585-4C67-B39F-F5A003016FC9}"/>
    <dgm:cxn modelId="{A6F563DA-DBF3-4842-B834-D4D31E830EE7}" type="presOf" srcId="{1D830E5F-1230-482F-8B8B-AAD3834A6BCF}" destId="{4BE6CE4D-3B8B-47B2-A7B8-B91D20D1F7EA}" srcOrd="0" destOrd="0" presId="urn:microsoft.com/office/officeart/2005/8/layout/vList3"/>
    <dgm:cxn modelId="{132248CF-41AC-49DB-A391-4949EFF1A13E}" type="presParOf" srcId="{3F5B9D34-9200-42BD-8B21-42D32FB15538}" destId="{37C8C2BD-AC85-444D-BD11-8A4B548D3B91}" srcOrd="0" destOrd="0" presId="urn:microsoft.com/office/officeart/2005/8/layout/vList3"/>
    <dgm:cxn modelId="{720C172D-A53E-40F2-A03A-1402C047AC69}" type="presParOf" srcId="{37C8C2BD-AC85-444D-BD11-8A4B548D3B91}" destId="{684CBD7D-86D2-4B28-9D6D-1FDE8088970B}" srcOrd="0" destOrd="0" presId="urn:microsoft.com/office/officeart/2005/8/layout/vList3"/>
    <dgm:cxn modelId="{4C5BF83B-05D2-4CC2-83A6-9D4F0172A3BA}" type="presParOf" srcId="{37C8C2BD-AC85-444D-BD11-8A4B548D3B91}" destId="{8D279E94-B2CD-4871-AE25-F23EA14929D6}" srcOrd="1" destOrd="0" presId="urn:microsoft.com/office/officeart/2005/8/layout/vList3"/>
    <dgm:cxn modelId="{83A61BDE-07EF-4127-8B31-7C5D8088FBCF}" type="presParOf" srcId="{3F5B9D34-9200-42BD-8B21-42D32FB15538}" destId="{DF35D850-8693-4469-AF2F-082E481F488A}" srcOrd="1" destOrd="0" presId="urn:microsoft.com/office/officeart/2005/8/layout/vList3"/>
    <dgm:cxn modelId="{7EE0A498-A036-48F3-B26D-9E671D3ADBA1}" type="presParOf" srcId="{3F5B9D34-9200-42BD-8B21-42D32FB15538}" destId="{B156ED32-06EA-4123-B3AC-B322D5D3A387}" srcOrd="2" destOrd="0" presId="urn:microsoft.com/office/officeart/2005/8/layout/vList3"/>
    <dgm:cxn modelId="{95DABEB6-44A7-4A22-ACEE-57AADD67F8FE}" type="presParOf" srcId="{B156ED32-06EA-4123-B3AC-B322D5D3A387}" destId="{52048D92-3A5A-4290-A02E-FB16E2DD4685}" srcOrd="0" destOrd="0" presId="urn:microsoft.com/office/officeart/2005/8/layout/vList3"/>
    <dgm:cxn modelId="{2600C1EC-B350-4309-BAEB-AE32B10DE5F5}" type="presParOf" srcId="{B156ED32-06EA-4123-B3AC-B322D5D3A387}" destId="{4BE6CE4D-3B8B-47B2-A7B8-B91D20D1F7EA}" srcOrd="1" destOrd="0" presId="urn:microsoft.com/office/officeart/2005/8/layout/vList3"/>
    <dgm:cxn modelId="{7558FC9F-725D-4330-89FF-F8652634AB4B}" type="presParOf" srcId="{3F5B9D34-9200-42BD-8B21-42D32FB15538}" destId="{9E5B0850-3831-4261-9D11-C2A6A9BE35F5}" srcOrd="3" destOrd="0" presId="urn:microsoft.com/office/officeart/2005/8/layout/vList3"/>
    <dgm:cxn modelId="{82F30A7C-D5CD-4509-BD99-73C70B21DD8B}" type="presParOf" srcId="{3F5B9D34-9200-42BD-8B21-42D32FB15538}" destId="{C3BDEDD5-25E0-4D7E-8904-31969581EB0E}" srcOrd="4" destOrd="0" presId="urn:microsoft.com/office/officeart/2005/8/layout/vList3"/>
    <dgm:cxn modelId="{AC28B652-F07D-463B-BE91-4CFFA9F9CD0C}" type="presParOf" srcId="{C3BDEDD5-25E0-4D7E-8904-31969581EB0E}" destId="{9DC1B744-77BC-4991-B11C-BC9AB3BB8BEE}" srcOrd="0" destOrd="0" presId="urn:microsoft.com/office/officeart/2005/8/layout/vList3"/>
    <dgm:cxn modelId="{B2CA3C7D-8565-4938-A1E1-86D7826E0B4F}" type="presParOf" srcId="{C3BDEDD5-25E0-4D7E-8904-31969581EB0E}" destId="{AD9618B4-0FB1-40B6-9396-D8A684D57B31}" srcOrd="1" destOrd="0" presId="urn:microsoft.com/office/officeart/2005/8/layout/vList3"/>
    <dgm:cxn modelId="{11ECA088-0728-4CA4-A0DF-E4C3BF90F97C}" type="presParOf" srcId="{3F5B9D34-9200-42BD-8B21-42D32FB15538}" destId="{4197508D-8810-4D3B-9279-6E428AEEC74B}" srcOrd="5" destOrd="0" presId="urn:microsoft.com/office/officeart/2005/8/layout/vList3"/>
    <dgm:cxn modelId="{75A0B7C0-A0DA-49BB-A6AC-CDAFAD8C5817}" type="presParOf" srcId="{3F5B9D34-9200-42BD-8B21-42D32FB15538}" destId="{9A40CC7A-D104-4526-9625-6E1FAF22E180}" srcOrd="6" destOrd="0" presId="urn:microsoft.com/office/officeart/2005/8/layout/vList3"/>
    <dgm:cxn modelId="{D418DFDE-2BE5-463C-A9D6-288F1EB719A5}" type="presParOf" srcId="{9A40CC7A-D104-4526-9625-6E1FAF22E180}" destId="{184A8AB7-CB2C-47FF-9A7E-FBC940149E52}" srcOrd="0" destOrd="0" presId="urn:microsoft.com/office/officeart/2005/8/layout/vList3"/>
    <dgm:cxn modelId="{278F4559-D185-4357-B6A0-25E695BA4F66}" type="presParOf" srcId="{9A40CC7A-D104-4526-9625-6E1FAF22E180}" destId="{28817927-89E4-436F-A72D-A03FE49C8903}" srcOrd="1" destOrd="0" presId="urn:microsoft.com/office/officeart/2005/8/layout/vList3"/>
    <dgm:cxn modelId="{CB394E32-397D-4248-A5C6-0F8E9D6B8AD3}" type="presParOf" srcId="{3F5B9D34-9200-42BD-8B21-42D32FB15538}" destId="{CE673AE6-6DDE-49AC-AEDB-98DFF1E4ED32}" srcOrd="7" destOrd="0" presId="urn:microsoft.com/office/officeart/2005/8/layout/vList3"/>
    <dgm:cxn modelId="{2B96907A-2E8B-4798-B6D8-ECFF7C43C1F8}" type="presParOf" srcId="{3F5B9D34-9200-42BD-8B21-42D32FB15538}" destId="{ADA1DF4F-9E51-45C7-8C09-77C3242B9C00}" srcOrd="8" destOrd="0" presId="urn:microsoft.com/office/officeart/2005/8/layout/vList3"/>
    <dgm:cxn modelId="{8448484D-74E9-44CC-8281-BA1AEE4A2DDC}" type="presParOf" srcId="{ADA1DF4F-9E51-45C7-8C09-77C3242B9C00}" destId="{CFDC0926-E8C0-4F01-8F38-96E9B81E4FAD}" srcOrd="0" destOrd="0" presId="urn:microsoft.com/office/officeart/2005/8/layout/vList3"/>
    <dgm:cxn modelId="{6F2195F5-9F5C-480E-A99F-2E77D09ABDC0}" type="presParOf" srcId="{ADA1DF4F-9E51-45C7-8C09-77C3242B9C00}" destId="{3C088B7D-A1DB-4BE9-981B-B19E4B93EDBC}" srcOrd="1" destOrd="0" presId="urn:microsoft.com/office/officeart/2005/8/layout/vList3"/>
    <dgm:cxn modelId="{4E265A6D-92F8-4848-9319-4BEF20E518D7}" type="presParOf" srcId="{3F5B9D34-9200-42BD-8B21-42D32FB15538}" destId="{08C6C500-A422-47E3-8867-9AAE2C90DECB}" srcOrd="9" destOrd="0" presId="urn:microsoft.com/office/officeart/2005/8/layout/vList3"/>
    <dgm:cxn modelId="{CF7393D0-789F-41DB-8C01-DF90DC5E4208}" type="presParOf" srcId="{3F5B9D34-9200-42BD-8B21-42D32FB15538}" destId="{A17A8FC7-7353-4F1E-B2C7-3C6DF43A20A5}" srcOrd="10" destOrd="0" presId="urn:microsoft.com/office/officeart/2005/8/layout/vList3"/>
    <dgm:cxn modelId="{F3412775-B718-4547-93A9-70B9AF94D99A}" type="presParOf" srcId="{A17A8FC7-7353-4F1E-B2C7-3C6DF43A20A5}" destId="{EB88116A-5047-4849-AB81-5444BF0505B6}" srcOrd="0" destOrd="0" presId="urn:microsoft.com/office/officeart/2005/8/layout/vList3"/>
    <dgm:cxn modelId="{EEC37D52-BB21-48CB-950B-E302FE020646}" type="presParOf" srcId="{A17A8FC7-7353-4F1E-B2C7-3C6DF43A20A5}" destId="{A869D0E4-F401-4E19-A2E8-88D28AF237A2}" srcOrd="1" destOrd="0" presId="urn:microsoft.com/office/officeart/2005/8/layout/vList3"/>
    <dgm:cxn modelId="{AEE746DE-F1DD-40DC-B812-17134D79E158}" type="presParOf" srcId="{3F5B9D34-9200-42BD-8B21-42D32FB15538}" destId="{564934A2-DBB7-4970-BA0A-8DFBB8DA6E42}" srcOrd="11" destOrd="0" presId="urn:microsoft.com/office/officeart/2005/8/layout/vList3"/>
    <dgm:cxn modelId="{919169A6-739C-408B-9B50-15E5EFC0314E}" type="presParOf" srcId="{3F5B9D34-9200-42BD-8B21-42D32FB15538}" destId="{D7E24D40-157F-4760-A759-E0BFE36C4DB1}" srcOrd="12" destOrd="0" presId="urn:microsoft.com/office/officeart/2005/8/layout/vList3"/>
    <dgm:cxn modelId="{96A42DD7-1035-4729-9DB7-69F54DE39C5A}" type="presParOf" srcId="{D7E24D40-157F-4760-A759-E0BFE36C4DB1}" destId="{2C9BC5F7-B2BE-4CB0-9030-A8EF7356EF8A}" srcOrd="0" destOrd="0" presId="urn:microsoft.com/office/officeart/2005/8/layout/vList3"/>
    <dgm:cxn modelId="{F75D122F-074C-4BE9-9C84-A85C6B4D5016}" type="presParOf" srcId="{D7E24D40-157F-4760-A759-E0BFE36C4DB1}" destId="{37B1653B-E0C4-41A0-B056-41E522862A1A}"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3DFBB14-589E-4881-8A6D-AA486575F628}" type="doc">
      <dgm:prSet loTypeId="urn:microsoft.com/office/officeart/2005/8/layout/list1" loCatId="list" qsTypeId="urn:microsoft.com/office/officeart/2005/8/quickstyle/simple1" qsCatId="simple" csTypeId="urn:microsoft.com/office/officeart/2005/8/colors/accent1_2" csCatId="accent1" phldr="1"/>
      <dgm:spPr>
        <a:scene3d>
          <a:camera prst="orthographicFront">
            <a:rot lat="0" lon="0" rev="0"/>
          </a:camera>
          <a:lightRig rig="soft" dir="t">
            <a:rot lat="0" lon="0" rev="0"/>
          </a:lightRig>
        </a:scene3d>
      </dgm:spPr>
      <dgm:t>
        <a:bodyPr/>
        <a:lstStyle/>
        <a:p>
          <a:endParaRPr lang="es-MX"/>
        </a:p>
      </dgm:t>
    </dgm:pt>
    <dgm:pt modelId="{2C926F13-C7C5-4587-90CA-B07D9166E886}">
      <dgm:prSet phldrT="[Texto]"/>
      <dgm:spPr>
        <a:solidFill>
          <a:srgbClr val="CC99FF"/>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es-MX" b="1" dirty="0" smtClean="0">
              <a:solidFill>
                <a:schemeClr val="tx1"/>
              </a:solidFill>
              <a:latin typeface="Century Gothic" panose="020B0502020202020204" pitchFamily="34" charset="0"/>
            </a:rPr>
            <a:t>Definición del Problema. </a:t>
          </a:r>
          <a:endParaRPr lang="es-MX" dirty="0">
            <a:solidFill>
              <a:schemeClr val="tx1"/>
            </a:solidFill>
          </a:endParaRPr>
        </a:p>
      </dgm:t>
    </dgm:pt>
    <dgm:pt modelId="{0EC61DCF-5060-4B99-8D3E-97268B5FD869}" type="parTrans" cxnId="{2AE7B4B7-7052-4774-898E-B938B49EB1A4}">
      <dgm:prSet/>
      <dgm:spPr/>
      <dgm:t>
        <a:bodyPr/>
        <a:lstStyle/>
        <a:p>
          <a:endParaRPr lang="es-MX"/>
        </a:p>
      </dgm:t>
    </dgm:pt>
    <dgm:pt modelId="{380DC38B-61AB-4010-ADD2-88339D4B0675}" type="sibTrans" cxnId="{2AE7B4B7-7052-4774-898E-B938B49EB1A4}">
      <dgm:prSet/>
      <dgm:spPr/>
      <dgm:t>
        <a:bodyPr/>
        <a:lstStyle/>
        <a:p>
          <a:endParaRPr lang="es-MX"/>
        </a:p>
      </dgm:t>
    </dgm:pt>
    <dgm:pt modelId="{629532F5-78D8-4332-A981-633169B3061F}">
      <dgm:prSet phldrT="[Texto]"/>
      <dgm:spPr>
        <a:solidFill>
          <a:srgbClr val="FF9999"/>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es-MX" b="1" dirty="0" smtClean="0">
              <a:solidFill>
                <a:schemeClr val="tx1"/>
              </a:solidFill>
              <a:latin typeface="Century Gothic" panose="020B0502020202020204" pitchFamily="34" charset="0"/>
            </a:rPr>
            <a:t>Recolección de información. </a:t>
          </a:r>
          <a:endParaRPr lang="es-MX" dirty="0">
            <a:solidFill>
              <a:schemeClr val="tx1"/>
            </a:solidFill>
          </a:endParaRPr>
        </a:p>
      </dgm:t>
    </dgm:pt>
    <dgm:pt modelId="{F0D54969-B2D9-4552-ACE1-06C18774E74A}" type="parTrans" cxnId="{C7F0DF8F-2B5C-4295-9DFD-2EED64F5DA3F}">
      <dgm:prSet/>
      <dgm:spPr/>
      <dgm:t>
        <a:bodyPr/>
        <a:lstStyle/>
        <a:p>
          <a:endParaRPr lang="es-MX"/>
        </a:p>
      </dgm:t>
    </dgm:pt>
    <dgm:pt modelId="{E19372C3-A19A-4F22-9B94-2C82AC60CC06}" type="sibTrans" cxnId="{C7F0DF8F-2B5C-4295-9DFD-2EED64F5DA3F}">
      <dgm:prSet/>
      <dgm:spPr/>
      <dgm:t>
        <a:bodyPr/>
        <a:lstStyle/>
        <a:p>
          <a:endParaRPr lang="es-MX"/>
        </a:p>
      </dgm:t>
    </dgm:pt>
    <dgm:pt modelId="{D5618049-7999-4563-AE69-6CC34A269011}">
      <dgm:prSet phldrT="[Texto]"/>
      <dgm:spPr>
        <a:solidFill>
          <a:srgbClr val="FFFF66"/>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es-MX" b="1" dirty="0" smtClean="0">
              <a:solidFill>
                <a:schemeClr val="tx1"/>
              </a:solidFill>
              <a:latin typeface="Century Gothic" panose="020B0502020202020204" pitchFamily="34" charset="0"/>
            </a:rPr>
            <a:t>Tabulación de la Información.</a:t>
          </a:r>
          <a:endParaRPr lang="es-MX" dirty="0">
            <a:solidFill>
              <a:schemeClr val="tx1"/>
            </a:solidFill>
          </a:endParaRPr>
        </a:p>
      </dgm:t>
    </dgm:pt>
    <dgm:pt modelId="{19BC3985-F702-42DA-B173-440FE1069CD5}" type="parTrans" cxnId="{C8A53EAF-B556-4C6E-B57A-2195739772FE}">
      <dgm:prSet/>
      <dgm:spPr/>
      <dgm:t>
        <a:bodyPr/>
        <a:lstStyle/>
        <a:p>
          <a:endParaRPr lang="es-MX"/>
        </a:p>
      </dgm:t>
    </dgm:pt>
    <dgm:pt modelId="{984CABB1-98E9-4108-9BC0-05EB5C4F821B}" type="sibTrans" cxnId="{C8A53EAF-B556-4C6E-B57A-2195739772FE}">
      <dgm:prSet/>
      <dgm:spPr/>
      <dgm:t>
        <a:bodyPr/>
        <a:lstStyle/>
        <a:p>
          <a:endParaRPr lang="es-MX"/>
        </a:p>
      </dgm:t>
    </dgm:pt>
    <dgm:pt modelId="{D82C8478-94B3-46AA-822F-BCDA043B77F8}">
      <dgm:prSet/>
      <dgm:spPr>
        <a:solidFill>
          <a:srgbClr val="00B0F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es-ES" b="1" dirty="0" smtClean="0">
              <a:solidFill>
                <a:schemeClr val="tx1"/>
              </a:solidFill>
              <a:latin typeface="Century Gothic" panose="020B0502020202020204" pitchFamily="34" charset="0"/>
            </a:rPr>
            <a:t>Elaboración de la Gráfica.</a:t>
          </a:r>
          <a:endParaRPr lang="es-MX" dirty="0">
            <a:solidFill>
              <a:schemeClr val="tx1"/>
            </a:solidFill>
          </a:endParaRPr>
        </a:p>
      </dgm:t>
    </dgm:pt>
    <dgm:pt modelId="{3F6E63E2-2F22-4A69-ACF5-F7F7730FBFD3}" type="parTrans" cxnId="{573978CE-2209-4735-911B-C9EF25C30266}">
      <dgm:prSet/>
      <dgm:spPr/>
      <dgm:t>
        <a:bodyPr/>
        <a:lstStyle/>
        <a:p>
          <a:endParaRPr lang="es-MX"/>
        </a:p>
      </dgm:t>
    </dgm:pt>
    <dgm:pt modelId="{468E2DA5-1A06-40C7-B186-3FDF14A857C8}" type="sibTrans" cxnId="{573978CE-2209-4735-911B-C9EF25C30266}">
      <dgm:prSet/>
      <dgm:spPr/>
      <dgm:t>
        <a:bodyPr/>
        <a:lstStyle/>
        <a:p>
          <a:endParaRPr lang="es-MX"/>
        </a:p>
      </dgm:t>
    </dgm:pt>
    <dgm:pt modelId="{56EF58B6-B26C-425B-8C9F-9F8F76338507}">
      <dgm:prSet/>
      <dgm:spPr>
        <a:no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es-ES" dirty="0" smtClean="0">
              <a:latin typeface="Century Gothic" panose="020B0502020202020204" pitchFamily="34" charset="0"/>
            </a:rPr>
            <a:t>Delimitar un problema o situación y listar las posibles causas o factores que intervienen.</a:t>
          </a:r>
          <a:endParaRPr lang="es-MX" dirty="0"/>
        </a:p>
      </dgm:t>
    </dgm:pt>
    <dgm:pt modelId="{92A20EF3-08BD-4A02-AE61-33A8FA20AF8F}" type="parTrans" cxnId="{AE18554E-6CE9-45B0-AB2D-F52D23178648}">
      <dgm:prSet/>
      <dgm:spPr/>
      <dgm:t>
        <a:bodyPr/>
        <a:lstStyle/>
        <a:p>
          <a:endParaRPr lang="es-MX"/>
        </a:p>
      </dgm:t>
    </dgm:pt>
    <dgm:pt modelId="{9BB6C4CE-A157-47B0-A4FC-0C2A7B37F01D}" type="sibTrans" cxnId="{AE18554E-6CE9-45B0-AB2D-F52D23178648}">
      <dgm:prSet/>
      <dgm:spPr/>
      <dgm:t>
        <a:bodyPr/>
        <a:lstStyle/>
        <a:p>
          <a:endParaRPr lang="es-MX"/>
        </a:p>
      </dgm:t>
    </dgm:pt>
    <dgm:pt modelId="{205CB28E-528A-4C06-8CA9-C58964887DF7}">
      <dgm:prSet/>
      <dgm:spPr>
        <a:no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es-ES" dirty="0" smtClean="0">
              <a:latin typeface="Century Gothic" panose="020B0502020202020204" pitchFamily="34" charset="0"/>
            </a:rPr>
            <a:t>Recopilar datos, para determinar la frecuencia de las causas o factores incidentes.</a:t>
          </a:r>
          <a:endParaRPr lang="es-MX" dirty="0"/>
        </a:p>
      </dgm:t>
    </dgm:pt>
    <dgm:pt modelId="{3A17A86F-06E8-4945-9C1C-E5ED9BCFE543}" type="parTrans" cxnId="{C7C07982-4E2B-48B1-8C15-27F59C6A6984}">
      <dgm:prSet/>
      <dgm:spPr/>
      <dgm:t>
        <a:bodyPr/>
        <a:lstStyle/>
        <a:p>
          <a:endParaRPr lang="es-MX"/>
        </a:p>
      </dgm:t>
    </dgm:pt>
    <dgm:pt modelId="{16AD1238-12A3-48FA-AA63-4FAB612DAEB6}" type="sibTrans" cxnId="{C7C07982-4E2B-48B1-8C15-27F59C6A6984}">
      <dgm:prSet/>
      <dgm:spPr/>
      <dgm:t>
        <a:bodyPr/>
        <a:lstStyle/>
        <a:p>
          <a:endParaRPr lang="es-MX"/>
        </a:p>
      </dgm:t>
    </dgm:pt>
    <dgm:pt modelId="{C31BFEF4-28D8-45FC-BC4C-FEEC1B890BBB}">
      <dgm:prSet/>
      <dgm:spPr>
        <a:no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es-ES" dirty="0" smtClean="0">
              <a:latin typeface="Century Gothic" panose="020B0502020202020204" pitchFamily="34" charset="0"/>
            </a:rPr>
            <a:t>Ordenar lógicamente la información recopilada de la fase anterior estableciendo los porcentajes de frecuencias de cada causa o factor.</a:t>
          </a:r>
          <a:endParaRPr lang="es-MX" dirty="0"/>
        </a:p>
      </dgm:t>
    </dgm:pt>
    <dgm:pt modelId="{CDA1C1B1-051C-43BA-8516-5AC0EC424058}" type="parTrans" cxnId="{704A7A90-F037-486E-A0A1-30D9325AB4BC}">
      <dgm:prSet/>
      <dgm:spPr/>
      <dgm:t>
        <a:bodyPr/>
        <a:lstStyle/>
        <a:p>
          <a:endParaRPr lang="es-MX"/>
        </a:p>
      </dgm:t>
    </dgm:pt>
    <dgm:pt modelId="{07A89187-3371-46B1-A1A2-0A7D20AD3398}" type="sibTrans" cxnId="{704A7A90-F037-486E-A0A1-30D9325AB4BC}">
      <dgm:prSet/>
      <dgm:spPr/>
      <dgm:t>
        <a:bodyPr/>
        <a:lstStyle/>
        <a:p>
          <a:endParaRPr lang="es-MX"/>
        </a:p>
      </dgm:t>
    </dgm:pt>
    <dgm:pt modelId="{117BCE36-8FA8-4921-AC5E-B9E23FDFE47B}">
      <dgm:prSet/>
      <dgm:spPr>
        <a:no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es-MX" dirty="0" smtClean="0">
              <a:latin typeface="Century Gothic" panose="020B0502020202020204" pitchFamily="34" charset="0"/>
            </a:rPr>
            <a:t>Elaborar un histograma con la correspondiente jerarquizaron de la incidencia de cada causa</a:t>
          </a:r>
          <a:endParaRPr lang="es-MX" dirty="0"/>
        </a:p>
      </dgm:t>
    </dgm:pt>
    <dgm:pt modelId="{E0487DF8-784F-4CE6-BA63-1AC916C9AF4E}" type="parTrans" cxnId="{B41491B5-8A86-4228-BC54-7AA46C70E14B}">
      <dgm:prSet/>
      <dgm:spPr/>
      <dgm:t>
        <a:bodyPr/>
        <a:lstStyle/>
        <a:p>
          <a:endParaRPr lang="es-MX"/>
        </a:p>
      </dgm:t>
    </dgm:pt>
    <dgm:pt modelId="{1C10288E-E7C8-498D-91A1-89DDFBDB7F41}" type="sibTrans" cxnId="{B41491B5-8A86-4228-BC54-7AA46C70E14B}">
      <dgm:prSet/>
      <dgm:spPr/>
      <dgm:t>
        <a:bodyPr/>
        <a:lstStyle/>
        <a:p>
          <a:endParaRPr lang="es-MX"/>
        </a:p>
      </dgm:t>
    </dgm:pt>
    <dgm:pt modelId="{84821C50-045A-4E58-BD76-A5B258621941}" type="pres">
      <dgm:prSet presAssocID="{B3DFBB14-589E-4881-8A6D-AA486575F628}" presName="linear" presStyleCnt="0">
        <dgm:presLayoutVars>
          <dgm:dir/>
          <dgm:animLvl val="lvl"/>
          <dgm:resizeHandles val="exact"/>
        </dgm:presLayoutVars>
      </dgm:prSet>
      <dgm:spPr/>
      <dgm:t>
        <a:bodyPr/>
        <a:lstStyle/>
        <a:p>
          <a:endParaRPr lang="es-MX"/>
        </a:p>
      </dgm:t>
    </dgm:pt>
    <dgm:pt modelId="{2501D50A-8203-4B54-9497-782D6ED31141}" type="pres">
      <dgm:prSet presAssocID="{2C926F13-C7C5-4587-90CA-B07D9166E886}" presName="parentLin" presStyleCnt="0"/>
      <dgm:spPr>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endParaRPr lang="es-ES"/>
        </a:p>
      </dgm:t>
    </dgm:pt>
    <dgm:pt modelId="{6BE94064-BCB3-44B2-84C8-887C5CBCA65B}" type="pres">
      <dgm:prSet presAssocID="{2C926F13-C7C5-4587-90CA-B07D9166E886}" presName="parentLeftMargin" presStyleLbl="node1" presStyleIdx="0" presStyleCnt="4"/>
      <dgm:spPr/>
      <dgm:t>
        <a:bodyPr/>
        <a:lstStyle/>
        <a:p>
          <a:endParaRPr lang="es-MX"/>
        </a:p>
      </dgm:t>
    </dgm:pt>
    <dgm:pt modelId="{B1E6C1F7-0794-49C2-87EE-83F0A3CDEF19}" type="pres">
      <dgm:prSet presAssocID="{2C926F13-C7C5-4587-90CA-B07D9166E886}" presName="parentText" presStyleLbl="node1" presStyleIdx="0" presStyleCnt="4">
        <dgm:presLayoutVars>
          <dgm:chMax val="0"/>
          <dgm:bulletEnabled val="1"/>
        </dgm:presLayoutVars>
      </dgm:prSet>
      <dgm:spPr/>
      <dgm:t>
        <a:bodyPr/>
        <a:lstStyle/>
        <a:p>
          <a:endParaRPr lang="es-MX"/>
        </a:p>
      </dgm:t>
    </dgm:pt>
    <dgm:pt modelId="{B9BB6B10-16D7-4028-8B5C-1C471C245462}" type="pres">
      <dgm:prSet presAssocID="{2C926F13-C7C5-4587-90CA-B07D9166E886}" presName="negativeSpace" presStyleCnt="0"/>
      <dgm:spPr>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endParaRPr lang="es-ES"/>
        </a:p>
      </dgm:t>
    </dgm:pt>
    <dgm:pt modelId="{545E5A58-C355-4D50-99C0-470E47FED5E3}" type="pres">
      <dgm:prSet presAssocID="{2C926F13-C7C5-4587-90CA-B07D9166E886}" presName="childText" presStyleLbl="conFgAcc1" presStyleIdx="0" presStyleCnt="4">
        <dgm:presLayoutVars>
          <dgm:bulletEnabled val="1"/>
        </dgm:presLayoutVars>
      </dgm:prSet>
      <dgm:spPr/>
      <dgm:t>
        <a:bodyPr/>
        <a:lstStyle/>
        <a:p>
          <a:endParaRPr lang="es-MX"/>
        </a:p>
      </dgm:t>
    </dgm:pt>
    <dgm:pt modelId="{90623678-AF4E-419D-AF58-99636B80C92F}" type="pres">
      <dgm:prSet presAssocID="{380DC38B-61AB-4010-ADD2-88339D4B0675}" presName="spaceBetweenRectangles" presStyleCnt="0"/>
      <dgm:spPr>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endParaRPr lang="es-ES"/>
        </a:p>
      </dgm:t>
    </dgm:pt>
    <dgm:pt modelId="{6FF7B73D-4769-402D-BD1A-FAA9FFE98633}" type="pres">
      <dgm:prSet presAssocID="{629532F5-78D8-4332-A981-633169B3061F}" presName="parentLin" presStyleCnt="0"/>
      <dgm:spPr>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endParaRPr lang="es-ES"/>
        </a:p>
      </dgm:t>
    </dgm:pt>
    <dgm:pt modelId="{75B787B3-E310-4C42-BDA0-82A113DF55F1}" type="pres">
      <dgm:prSet presAssocID="{629532F5-78D8-4332-A981-633169B3061F}" presName="parentLeftMargin" presStyleLbl="node1" presStyleIdx="0" presStyleCnt="4"/>
      <dgm:spPr/>
      <dgm:t>
        <a:bodyPr/>
        <a:lstStyle/>
        <a:p>
          <a:endParaRPr lang="es-MX"/>
        </a:p>
      </dgm:t>
    </dgm:pt>
    <dgm:pt modelId="{2914A103-83C9-4C71-A455-E15A72CF294C}" type="pres">
      <dgm:prSet presAssocID="{629532F5-78D8-4332-A981-633169B3061F}" presName="parentText" presStyleLbl="node1" presStyleIdx="1" presStyleCnt="4">
        <dgm:presLayoutVars>
          <dgm:chMax val="0"/>
          <dgm:bulletEnabled val="1"/>
        </dgm:presLayoutVars>
      </dgm:prSet>
      <dgm:spPr/>
      <dgm:t>
        <a:bodyPr/>
        <a:lstStyle/>
        <a:p>
          <a:endParaRPr lang="es-MX"/>
        </a:p>
      </dgm:t>
    </dgm:pt>
    <dgm:pt modelId="{210ACC72-61D2-4491-99DA-5A641051D3F1}" type="pres">
      <dgm:prSet presAssocID="{629532F5-78D8-4332-A981-633169B3061F}" presName="negativeSpace" presStyleCnt="0"/>
      <dgm:spPr>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endParaRPr lang="es-ES"/>
        </a:p>
      </dgm:t>
    </dgm:pt>
    <dgm:pt modelId="{55657374-125D-45EC-A14A-D2A80E4590B8}" type="pres">
      <dgm:prSet presAssocID="{629532F5-78D8-4332-A981-633169B3061F}" presName="childText" presStyleLbl="conFgAcc1" presStyleIdx="1" presStyleCnt="4">
        <dgm:presLayoutVars>
          <dgm:bulletEnabled val="1"/>
        </dgm:presLayoutVars>
      </dgm:prSet>
      <dgm:spPr/>
      <dgm:t>
        <a:bodyPr/>
        <a:lstStyle/>
        <a:p>
          <a:endParaRPr lang="es-MX"/>
        </a:p>
      </dgm:t>
    </dgm:pt>
    <dgm:pt modelId="{C6A427A1-3421-4CAC-A450-2681BE481B8A}" type="pres">
      <dgm:prSet presAssocID="{E19372C3-A19A-4F22-9B94-2C82AC60CC06}" presName="spaceBetweenRectangles" presStyleCnt="0"/>
      <dgm:spPr>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endParaRPr lang="es-ES"/>
        </a:p>
      </dgm:t>
    </dgm:pt>
    <dgm:pt modelId="{FF9F1826-AC9D-4CFA-BCB5-597E553FB671}" type="pres">
      <dgm:prSet presAssocID="{D5618049-7999-4563-AE69-6CC34A269011}" presName="parentLin" presStyleCnt="0"/>
      <dgm:spPr>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endParaRPr lang="es-ES"/>
        </a:p>
      </dgm:t>
    </dgm:pt>
    <dgm:pt modelId="{BCD1D1DF-D2D7-40AD-AB15-3B4642146054}" type="pres">
      <dgm:prSet presAssocID="{D5618049-7999-4563-AE69-6CC34A269011}" presName="parentLeftMargin" presStyleLbl="node1" presStyleIdx="1" presStyleCnt="4"/>
      <dgm:spPr/>
      <dgm:t>
        <a:bodyPr/>
        <a:lstStyle/>
        <a:p>
          <a:endParaRPr lang="es-MX"/>
        </a:p>
      </dgm:t>
    </dgm:pt>
    <dgm:pt modelId="{D7C6C14D-93F7-46E8-A4DD-3CE6AF100E0F}" type="pres">
      <dgm:prSet presAssocID="{D5618049-7999-4563-AE69-6CC34A269011}" presName="parentText" presStyleLbl="node1" presStyleIdx="2" presStyleCnt="4">
        <dgm:presLayoutVars>
          <dgm:chMax val="0"/>
          <dgm:bulletEnabled val="1"/>
        </dgm:presLayoutVars>
      </dgm:prSet>
      <dgm:spPr/>
      <dgm:t>
        <a:bodyPr/>
        <a:lstStyle/>
        <a:p>
          <a:endParaRPr lang="es-MX"/>
        </a:p>
      </dgm:t>
    </dgm:pt>
    <dgm:pt modelId="{0FFDED8F-5872-4FCA-81B6-79673BF63E04}" type="pres">
      <dgm:prSet presAssocID="{D5618049-7999-4563-AE69-6CC34A269011}" presName="negativeSpace" presStyleCnt="0"/>
      <dgm:spPr>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endParaRPr lang="es-ES"/>
        </a:p>
      </dgm:t>
    </dgm:pt>
    <dgm:pt modelId="{D6BF8C36-7D0E-4B0B-BAD7-13D0205B1557}" type="pres">
      <dgm:prSet presAssocID="{D5618049-7999-4563-AE69-6CC34A269011}" presName="childText" presStyleLbl="conFgAcc1" presStyleIdx="2" presStyleCnt="4">
        <dgm:presLayoutVars>
          <dgm:bulletEnabled val="1"/>
        </dgm:presLayoutVars>
      </dgm:prSet>
      <dgm:spPr/>
      <dgm:t>
        <a:bodyPr/>
        <a:lstStyle/>
        <a:p>
          <a:endParaRPr lang="es-MX"/>
        </a:p>
      </dgm:t>
    </dgm:pt>
    <dgm:pt modelId="{414EFD82-69E9-4E8E-9C60-0290BB1289BE}" type="pres">
      <dgm:prSet presAssocID="{984CABB1-98E9-4108-9BC0-05EB5C4F821B}" presName="spaceBetweenRectangles" presStyleCnt="0"/>
      <dgm:spPr>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endParaRPr lang="es-ES"/>
        </a:p>
      </dgm:t>
    </dgm:pt>
    <dgm:pt modelId="{39B25287-B80A-46F8-8690-13C16ACB0542}" type="pres">
      <dgm:prSet presAssocID="{D82C8478-94B3-46AA-822F-BCDA043B77F8}" presName="parentLin" presStyleCnt="0"/>
      <dgm:spPr>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endParaRPr lang="es-ES"/>
        </a:p>
      </dgm:t>
    </dgm:pt>
    <dgm:pt modelId="{D14DFDD0-9E83-45FE-A7BD-C6C3C3313B1B}" type="pres">
      <dgm:prSet presAssocID="{D82C8478-94B3-46AA-822F-BCDA043B77F8}" presName="parentLeftMargin" presStyleLbl="node1" presStyleIdx="2" presStyleCnt="4"/>
      <dgm:spPr/>
      <dgm:t>
        <a:bodyPr/>
        <a:lstStyle/>
        <a:p>
          <a:endParaRPr lang="es-MX"/>
        </a:p>
      </dgm:t>
    </dgm:pt>
    <dgm:pt modelId="{965F62DC-159E-408A-9075-50BCF7008C90}" type="pres">
      <dgm:prSet presAssocID="{D82C8478-94B3-46AA-822F-BCDA043B77F8}" presName="parentText" presStyleLbl="node1" presStyleIdx="3" presStyleCnt="4">
        <dgm:presLayoutVars>
          <dgm:chMax val="0"/>
          <dgm:bulletEnabled val="1"/>
        </dgm:presLayoutVars>
      </dgm:prSet>
      <dgm:spPr/>
      <dgm:t>
        <a:bodyPr/>
        <a:lstStyle/>
        <a:p>
          <a:endParaRPr lang="es-MX"/>
        </a:p>
      </dgm:t>
    </dgm:pt>
    <dgm:pt modelId="{2728A288-3A21-415C-A355-5294C003219D}" type="pres">
      <dgm:prSet presAssocID="{D82C8478-94B3-46AA-822F-BCDA043B77F8}" presName="negativeSpace" presStyleCnt="0"/>
      <dgm:spPr>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endParaRPr lang="es-ES"/>
        </a:p>
      </dgm:t>
    </dgm:pt>
    <dgm:pt modelId="{58CECE7A-67D1-4A25-98DE-0F6BE2548059}" type="pres">
      <dgm:prSet presAssocID="{D82C8478-94B3-46AA-822F-BCDA043B77F8}" presName="childText" presStyleLbl="conFgAcc1" presStyleIdx="3" presStyleCnt="4">
        <dgm:presLayoutVars>
          <dgm:bulletEnabled val="1"/>
        </dgm:presLayoutVars>
      </dgm:prSet>
      <dgm:spPr/>
      <dgm:t>
        <a:bodyPr/>
        <a:lstStyle/>
        <a:p>
          <a:endParaRPr lang="es-MX"/>
        </a:p>
      </dgm:t>
    </dgm:pt>
  </dgm:ptLst>
  <dgm:cxnLst>
    <dgm:cxn modelId="{7380719D-378B-4C79-871F-1CAD03723C64}" type="presOf" srcId="{D82C8478-94B3-46AA-822F-BCDA043B77F8}" destId="{D14DFDD0-9E83-45FE-A7BD-C6C3C3313B1B}" srcOrd="0" destOrd="0" presId="urn:microsoft.com/office/officeart/2005/8/layout/list1"/>
    <dgm:cxn modelId="{573978CE-2209-4735-911B-C9EF25C30266}" srcId="{B3DFBB14-589E-4881-8A6D-AA486575F628}" destId="{D82C8478-94B3-46AA-822F-BCDA043B77F8}" srcOrd="3" destOrd="0" parTransId="{3F6E63E2-2F22-4A69-ACF5-F7F7730FBFD3}" sibTransId="{468E2DA5-1A06-40C7-B186-3FDF14A857C8}"/>
    <dgm:cxn modelId="{511FB80A-4346-454F-9218-C072D63910CE}" type="presOf" srcId="{C31BFEF4-28D8-45FC-BC4C-FEEC1B890BBB}" destId="{D6BF8C36-7D0E-4B0B-BAD7-13D0205B1557}" srcOrd="0" destOrd="0" presId="urn:microsoft.com/office/officeart/2005/8/layout/list1"/>
    <dgm:cxn modelId="{E2A041A8-2808-4F56-B667-1115AD975E1A}" type="presOf" srcId="{629532F5-78D8-4332-A981-633169B3061F}" destId="{75B787B3-E310-4C42-BDA0-82A113DF55F1}" srcOrd="0" destOrd="0" presId="urn:microsoft.com/office/officeart/2005/8/layout/list1"/>
    <dgm:cxn modelId="{45C1C36C-A2F5-4568-8925-4E293174CF60}" type="presOf" srcId="{2C926F13-C7C5-4587-90CA-B07D9166E886}" destId="{B1E6C1F7-0794-49C2-87EE-83F0A3CDEF19}" srcOrd="1" destOrd="0" presId="urn:microsoft.com/office/officeart/2005/8/layout/list1"/>
    <dgm:cxn modelId="{E803F3A7-0BF8-44DD-9A24-A223AC054BBC}" type="presOf" srcId="{D82C8478-94B3-46AA-822F-BCDA043B77F8}" destId="{965F62DC-159E-408A-9075-50BCF7008C90}" srcOrd="1" destOrd="0" presId="urn:microsoft.com/office/officeart/2005/8/layout/list1"/>
    <dgm:cxn modelId="{E16BA6EB-7ABD-4F31-AB31-BA32AD04F306}" type="presOf" srcId="{D5618049-7999-4563-AE69-6CC34A269011}" destId="{BCD1D1DF-D2D7-40AD-AB15-3B4642146054}" srcOrd="0" destOrd="0" presId="urn:microsoft.com/office/officeart/2005/8/layout/list1"/>
    <dgm:cxn modelId="{03C11041-C236-4FF0-8AC0-867649A3F5A4}" type="presOf" srcId="{205CB28E-528A-4C06-8CA9-C58964887DF7}" destId="{55657374-125D-45EC-A14A-D2A80E4590B8}" srcOrd="0" destOrd="0" presId="urn:microsoft.com/office/officeart/2005/8/layout/list1"/>
    <dgm:cxn modelId="{B41491B5-8A86-4228-BC54-7AA46C70E14B}" srcId="{D82C8478-94B3-46AA-822F-BCDA043B77F8}" destId="{117BCE36-8FA8-4921-AC5E-B9E23FDFE47B}" srcOrd="0" destOrd="0" parTransId="{E0487DF8-784F-4CE6-BA63-1AC916C9AF4E}" sibTransId="{1C10288E-E7C8-498D-91A1-89DDFBDB7F41}"/>
    <dgm:cxn modelId="{74C5E905-9137-4F6F-8DD2-DB3DBD439CFD}" type="presOf" srcId="{56EF58B6-B26C-425B-8C9F-9F8F76338507}" destId="{545E5A58-C355-4D50-99C0-470E47FED5E3}" srcOrd="0" destOrd="0" presId="urn:microsoft.com/office/officeart/2005/8/layout/list1"/>
    <dgm:cxn modelId="{C8A53EAF-B556-4C6E-B57A-2195739772FE}" srcId="{B3DFBB14-589E-4881-8A6D-AA486575F628}" destId="{D5618049-7999-4563-AE69-6CC34A269011}" srcOrd="2" destOrd="0" parTransId="{19BC3985-F702-42DA-B173-440FE1069CD5}" sibTransId="{984CABB1-98E9-4108-9BC0-05EB5C4F821B}"/>
    <dgm:cxn modelId="{A7EA16C6-DC1A-4823-8736-E847E48965A4}" type="presOf" srcId="{2C926F13-C7C5-4587-90CA-B07D9166E886}" destId="{6BE94064-BCB3-44B2-84C8-887C5CBCA65B}" srcOrd="0" destOrd="0" presId="urn:microsoft.com/office/officeart/2005/8/layout/list1"/>
    <dgm:cxn modelId="{50E91D36-22A6-4AFC-95AA-976674811E5A}" type="presOf" srcId="{629532F5-78D8-4332-A981-633169B3061F}" destId="{2914A103-83C9-4C71-A455-E15A72CF294C}" srcOrd="1" destOrd="0" presId="urn:microsoft.com/office/officeart/2005/8/layout/list1"/>
    <dgm:cxn modelId="{704A7A90-F037-486E-A0A1-30D9325AB4BC}" srcId="{D5618049-7999-4563-AE69-6CC34A269011}" destId="{C31BFEF4-28D8-45FC-BC4C-FEEC1B890BBB}" srcOrd="0" destOrd="0" parTransId="{CDA1C1B1-051C-43BA-8516-5AC0EC424058}" sibTransId="{07A89187-3371-46B1-A1A2-0A7D20AD3398}"/>
    <dgm:cxn modelId="{BE2141FE-1E0B-46D0-97B3-0983B6E14160}" type="presOf" srcId="{117BCE36-8FA8-4921-AC5E-B9E23FDFE47B}" destId="{58CECE7A-67D1-4A25-98DE-0F6BE2548059}" srcOrd="0" destOrd="0" presId="urn:microsoft.com/office/officeart/2005/8/layout/list1"/>
    <dgm:cxn modelId="{023244C1-572B-4E7E-8508-3D1E5F0E580D}" type="presOf" srcId="{D5618049-7999-4563-AE69-6CC34A269011}" destId="{D7C6C14D-93F7-46E8-A4DD-3CE6AF100E0F}" srcOrd="1" destOrd="0" presId="urn:microsoft.com/office/officeart/2005/8/layout/list1"/>
    <dgm:cxn modelId="{2AE7B4B7-7052-4774-898E-B938B49EB1A4}" srcId="{B3DFBB14-589E-4881-8A6D-AA486575F628}" destId="{2C926F13-C7C5-4587-90CA-B07D9166E886}" srcOrd="0" destOrd="0" parTransId="{0EC61DCF-5060-4B99-8D3E-97268B5FD869}" sibTransId="{380DC38B-61AB-4010-ADD2-88339D4B0675}"/>
    <dgm:cxn modelId="{AE18554E-6CE9-45B0-AB2D-F52D23178648}" srcId="{2C926F13-C7C5-4587-90CA-B07D9166E886}" destId="{56EF58B6-B26C-425B-8C9F-9F8F76338507}" srcOrd="0" destOrd="0" parTransId="{92A20EF3-08BD-4A02-AE61-33A8FA20AF8F}" sibTransId="{9BB6C4CE-A157-47B0-A4FC-0C2A7B37F01D}"/>
    <dgm:cxn modelId="{C7F0DF8F-2B5C-4295-9DFD-2EED64F5DA3F}" srcId="{B3DFBB14-589E-4881-8A6D-AA486575F628}" destId="{629532F5-78D8-4332-A981-633169B3061F}" srcOrd="1" destOrd="0" parTransId="{F0D54969-B2D9-4552-ACE1-06C18774E74A}" sibTransId="{E19372C3-A19A-4F22-9B94-2C82AC60CC06}"/>
    <dgm:cxn modelId="{C7C07982-4E2B-48B1-8C15-27F59C6A6984}" srcId="{629532F5-78D8-4332-A981-633169B3061F}" destId="{205CB28E-528A-4C06-8CA9-C58964887DF7}" srcOrd="0" destOrd="0" parTransId="{3A17A86F-06E8-4945-9C1C-E5ED9BCFE543}" sibTransId="{16AD1238-12A3-48FA-AA63-4FAB612DAEB6}"/>
    <dgm:cxn modelId="{6D40AC87-DB25-401C-91B5-AAAD2A3A45DE}" type="presOf" srcId="{B3DFBB14-589E-4881-8A6D-AA486575F628}" destId="{84821C50-045A-4E58-BD76-A5B258621941}" srcOrd="0" destOrd="0" presId="urn:microsoft.com/office/officeart/2005/8/layout/list1"/>
    <dgm:cxn modelId="{1657F875-12B5-4534-AF4A-546CCE77F691}" type="presParOf" srcId="{84821C50-045A-4E58-BD76-A5B258621941}" destId="{2501D50A-8203-4B54-9497-782D6ED31141}" srcOrd="0" destOrd="0" presId="urn:microsoft.com/office/officeart/2005/8/layout/list1"/>
    <dgm:cxn modelId="{0E751A31-3184-4F35-AB73-5874FFF87D00}" type="presParOf" srcId="{2501D50A-8203-4B54-9497-782D6ED31141}" destId="{6BE94064-BCB3-44B2-84C8-887C5CBCA65B}" srcOrd="0" destOrd="0" presId="urn:microsoft.com/office/officeart/2005/8/layout/list1"/>
    <dgm:cxn modelId="{40BB6E59-D47A-4D8F-BE6A-C4C1CF18C36E}" type="presParOf" srcId="{2501D50A-8203-4B54-9497-782D6ED31141}" destId="{B1E6C1F7-0794-49C2-87EE-83F0A3CDEF19}" srcOrd="1" destOrd="0" presId="urn:microsoft.com/office/officeart/2005/8/layout/list1"/>
    <dgm:cxn modelId="{9350A484-1597-447F-A851-AA2A7DDD4F15}" type="presParOf" srcId="{84821C50-045A-4E58-BD76-A5B258621941}" destId="{B9BB6B10-16D7-4028-8B5C-1C471C245462}" srcOrd="1" destOrd="0" presId="urn:microsoft.com/office/officeart/2005/8/layout/list1"/>
    <dgm:cxn modelId="{D6A93BEF-F111-48A3-82FA-991BDF59B8F4}" type="presParOf" srcId="{84821C50-045A-4E58-BD76-A5B258621941}" destId="{545E5A58-C355-4D50-99C0-470E47FED5E3}" srcOrd="2" destOrd="0" presId="urn:microsoft.com/office/officeart/2005/8/layout/list1"/>
    <dgm:cxn modelId="{6D1A7D73-9761-4981-B08A-00A809ECC087}" type="presParOf" srcId="{84821C50-045A-4E58-BD76-A5B258621941}" destId="{90623678-AF4E-419D-AF58-99636B80C92F}" srcOrd="3" destOrd="0" presId="urn:microsoft.com/office/officeart/2005/8/layout/list1"/>
    <dgm:cxn modelId="{8E976441-890C-439B-980C-47B4A66E42B0}" type="presParOf" srcId="{84821C50-045A-4E58-BD76-A5B258621941}" destId="{6FF7B73D-4769-402D-BD1A-FAA9FFE98633}" srcOrd="4" destOrd="0" presId="urn:microsoft.com/office/officeart/2005/8/layout/list1"/>
    <dgm:cxn modelId="{1A5DE7C1-F96A-48B2-B612-35AC51149C08}" type="presParOf" srcId="{6FF7B73D-4769-402D-BD1A-FAA9FFE98633}" destId="{75B787B3-E310-4C42-BDA0-82A113DF55F1}" srcOrd="0" destOrd="0" presId="urn:microsoft.com/office/officeart/2005/8/layout/list1"/>
    <dgm:cxn modelId="{B1A2AA18-F8E1-4834-BE71-95723EEF5D8D}" type="presParOf" srcId="{6FF7B73D-4769-402D-BD1A-FAA9FFE98633}" destId="{2914A103-83C9-4C71-A455-E15A72CF294C}" srcOrd="1" destOrd="0" presId="urn:microsoft.com/office/officeart/2005/8/layout/list1"/>
    <dgm:cxn modelId="{7B753DB7-DF37-4029-98BA-36160F9638AF}" type="presParOf" srcId="{84821C50-045A-4E58-BD76-A5B258621941}" destId="{210ACC72-61D2-4491-99DA-5A641051D3F1}" srcOrd="5" destOrd="0" presId="urn:microsoft.com/office/officeart/2005/8/layout/list1"/>
    <dgm:cxn modelId="{A723F034-F939-4548-B92C-79126B432BDA}" type="presParOf" srcId="{84821C50-045A-4E58-BD76-A5B258621941}" destId="{55657374-125D-45EC-A14A-D2A80E4590B8}" srcOrd="6" destOrd="0" presId="urn:microsoft.com/office/officeart/2005/8/layout/list1"/>
    <dgm:cxn modelId="{E30BA9A2-61F5-4F5D-9AF3-067A785ECF0C}" type="presParOf" srcId="{84821C50-045A-4E58-BD76-A5B258621941}" destId="{C6A427A1-3421-4CAC-A450-2681BE481B8A}" srcOrd="7" destOrd="0" presId="urn:microsoft.com/office/officeart/2005/8/layout/list1"/>
    <dgm:cxn modelId="{D4D79069-0DC1-4CB8-B521-397B3BAEE481}" type="presParOf" srcId="{84821C50-045A-4E58-BD76-A5B258621941}" destId="{FF9F1826-AC9D-4CFA-BCB5-597E553FB671}" srcOrd="8" destOrd="0" presId="urn:microsoft.com/office/officeart/2005/8/layout/list1"/>
    <dgm:cxn modelId="{898EC0EB-F665-4167-881D-098AF81256DC}" type="presParOf" srcId="{FF9F1826-AC9D-4CFA-BCB5-597E553FB671}" destId="{BCD1D1DF-D2D7-40AD-AB15-3B4642146054}" srcOrd="0" destOrd="0" presId="urn:microsoft.com/office/officeart/2005/8/layout/list1"/>
    <dgm:cxn modelId="{F65E05FF-11BF-4EB1-BC85-5ABB13528585}" type="presParOf" srcId="{FF9F1826-AC9D-4CFA-BCB5-597E553FB671}" destId="{D7C6C14D-93F7-46E8-A4DD-3CE6AF100E0F}" srcOrd="1" destOrd="0" presId="urn:microsoft.com/office/officeart/2005/8/layout/list1"/>
    <dgm:cxn modelId="{1DC1E9D3-BF38-4F82-AD0A-E49B33574DDD}" type="presParOf" srcId="{84821C50-045A-4E58-BD76-A5B258621941}" destId="{0FFDED8F-5872-4FCA-81B6-79673BF63E04}" srcOrd="9" destOrd="0" presId="urn:microsoft.com/office/officeart/2005/8/layout/list1"/>
    <dgm:cxn modelId="{E778C0EE-6EA3-4C83-BC81-86DDE2F7EB0D}" type="presParOf" srcId="{84821C50-045A-4E58-BD76-A5B258621941}" destId="{D6BF8C36-7D0E-4B0B-BAD7-13D0205B1557}" srcOrd="10" destOrd="0" presId="urn:microsoft.com/office/officeart/2005/8/layout/list1"/>
    <dgm:cxn modelId="{9ACFB7CB-5653-4293-B523-83985A1BA405}" type="presParOf" srcId="{84821C50-045A-4E58-BD76-A5B258621941}" destId="{414EFD82-69E9-4E8E-9C60-0290BB1289BE}" srcOrd="11" destOrd="0" presId="urn:microsoft.com/office/officeart/2005/8/layout/list1"/>
    <dgm:cxn modelId="{BB9917B8-B0AF-4B6B-A0B5-02404A87BA22}" type="presParOf" srcId="{84821C50-045A-4E58-BD76-A5B258621941}" destId="{39B25287-B80A-46F8-8690-13C16ACB0542}" srcOrd="12" destOrd="0" presId="urn:microsoft.com/office/officeart/2005/8/layout/list1"/>
    <dgm:cxn modelId="{CFB28040-88E1-4DF0-9918-69A07804F723}" type="presParOf" srcId="{39B25287-B80A-46F8-8690-13C16ACB0542}" destId="{D14DFDD0-9E83-45FE-A7BD-C6C3C3313B1B}" srcOrd="0" destOrd="0" presId="urn:microsoft.com/office/officeart/2005/8/layout/list1"/>
    <dgm:cxn modelId="{93B9873B-B20C-4DF3-B3C4-555BFE6EE206}" type="presParOf" srcId="{39B25287-B80A-46F8-8690-13C16ACB0542}" destId="{965F62DC-159E-408A-9075-50BCF7008C90}" srcOrd="1" destOrd="0" presId="urn:microsoft.com/office/officeart/2005/8/layout/list1"/>
    <dgm:cxn modelId="{D8A73E15-1465-4AA9-89C5-A94B66E4E6A8}" type="presParOf" srcId="{84821C50-045A-4E58-BD76-A5B258621941}" destId="{2728A288-3A21-415C-A355-5294C003219D}" srcOrd="13" destOrd="0" presId="urn:microsoft.com/office/officeart/2005/8/layout/list1"/>
    <dgm:cxn modelId="{AEDF3D30-AACD-4956-B129-2E3F04DB0837}" type="presParOf" srcId="{84821C50-045A-4E58-BD76-A5B258621941}" destId="{58CECE7A-67D1-4A25-98DE-0F6BE2548059}"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45835A9-2193-4266-816C-8DE4BF2B2C29}" type="doc">
      <dgm:prSet loTypeId="urn:microsoft.com/office/officeart/2008/layout/PictureStrips" loCatId="list" qsTypeId="urn:microsoft.com/office/officeart/2005/8/quickstyle/simple1" qsCatId="simple" csTypeId="urn:microsoft.com/office/officeart/2005/8/colors/accent1_2" csCatId="accent1" phldr="1"/>
      <dgm:spPr>
        <a:scene3d>
          <a:camera prst="orthographicFront">
            <a:rot lat="0" lon="0" rev="0"/>
          </a:camera>
          <a:lightRig rig="soft" dir="t">
            <a:rot lat="0" lon="0" rev="0"/>
          </a:lightRig>
        </a:scene3d>
      </dgm:spPr>
      <dgm:t>
        <a:bodyPr/>
        <a:lstStyle/>
        <a:p>
          <a:endParaRPr lang="es-MX"/>
        </a:p>
      </dgm:t>
    </dgm:pt>
    <dgm:pt modelId="{4CBCE0D1-0249-43C1-9074-B64CA9A08F35}">
      <dgm:prSet phldrT="[Texto]" custT="1"/>
      <dgm:spPr>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es-MX" sz="1600" dirty="0" smtClean="0">
              <a:solidFill>
                <a:schemeClr val="bg1"/>
              </a:solidFill>
              <a:latin typeface="Century Gothic" panose="020B0502020202020204" pitchFamily="34" charset="0"/>
            </a:rPr>
            <a:t>La variable es medida numéricamente. Por ejemplo: tiempo.</a:t>
          </a:r>
          <a:endParaRPr lang="es-MX" sz="1600" dirty="0">
            <a:solidFill>
              <a:schemeClr val="bg1"/>
            </a:solidFill>
          </a:endParaRPr>
        </a:p>
      </dgm:t>
    </dgm:pt>
    <dgm:pt modelId="{451B0245-71BA-4541-9AAA-FD28DEE0B552}" type="parTrans" cxnId="{392A6534-D955-4483-B1B7-87FC09C87790}">
      <dgm:prSet/>
      <dgm:spPr/>
      <dgm:t>
        <a:bodyPr/>
        <a:lstStyle/>
        <a:p>
          <a:endParaRPr lang="es-MX">
            <a:solidFill>
              <a:schemeClr val="bg1"/>
            </a:solidFill>
          </a:endParaRPr>
        </a:p>
      </dgm:t>
    </dgm:pt>
    <dgm:pt modelId="{94FCACFC-FEF1-436D-BC9E-9BEF943857E8}" type="sibTrans" cxnId="{392A6534-D955-4483-B1B7-87FC09C87790}">
      <dgm:prSet/>
      <dgm:spPr/>
      <dgm:t>
        <a:bodyPr/>
        <a:lstStyle/>
        <a:p>
          <a:endParaRPr lang="es-MX">
            <a:solidFill>
              <a:schemeClr val="bg1"/>
            </a:solidFill>
          </a:endParaRPr>
        </a:p>
      </dgm:t>
    </dgm:pt>
    <dgm:pt modelId="{B968B7B1-E55D-4469-8C18-8BE140C98BCA}">
      <dgm:prSet phldrT="[Texto]" custT="1"/>
      <dgm:spPr>
        <a:solidFill>
          <a:srgbClr val="00B050">
            <a:alpha val="40000"/>
          </a:srgb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es-MX" sz="1600" dirty="0" smtClean="0">
              <a:solidFill>
                <a:schemeClr val="bg1"/>
              </a:solidFill>
              <a:latin typeface="Century Gothic" panose="020B0502020202020204" pitchFamily="34" charset="0"/>
            </a:rPr>
            <a:t>Se estudia un atributo o característica cualitativa que el proceso posee o no posee.</a:t>
          </a:r>
          <a:endParaRPr lang="es-MX" sz="1600" dirty="0">
            <a:solidFill>
              <a:schemeClr val="bg1"/>
            </a:solidFill>
          </a:endParaRPr>
        </a:p>
      </dgm:t>
    </dgm:pt>
    <dgm:pt modelId="{8E859B0C-8DAA-49F1-A7B9-95712C885ADB}" type="parTrans" cxnId="{2551DA7C-3CC4-45EB-B07D-7F0C88BEBA85}">
      <dgm:prSet/>
      <dgm:spPr/>
      <dgm:t>
        <a:bodyPr/>
        <a:lstStyle/>
        <a:p>
          <a:endParaRPr lang="es-MX">
            <a:solidFill>
              <a:schemeClr val="bg1"/>
            </a:solidFill>
          </a:endParaRPr>
        </a:p>
      </dgm:t>
    </dgm:pt>
    <dgm:pt modelId="{99A512BF-1874-4864-9060-0CA126EA405B}" type="sibTrans" cxnId="{2551DA7C-3CC4-45EB-B07D-7F0C88BEBA85}">
      <dgm:prSet/>
      <dgm:spPr/>
      <dgm:t>
        <a:bodyPr/>
        <a:lstStyle/>
        <a:p>
          <a:endParaRPr lang="es-MX">
            <a:solidFill>
              <a:schemeClr val="bg1"/>
            </a:solidFill>
          </a:endParaRPr>
        </a:p>
      </dgm:t>
    </dgm:pt>
    <dgm:pt modelId="{042D42A8-C779-462F-B309-71DF78989CBD}">
      <dgm:prSet phldrT="[Texto]" custT="1"/>
      <dgm:spPr>
        <a:solidFill>
          <a:schemeClr val="accent4">
            <a:lumMod val="50000"/>
            <a:alpha val="4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es-MX" sz="1600" dirty="0" smtClean="0">
              <a:solidFill>
                <a:schemeClr val="bg1"/>
              </a:solidFill>
              <a:latin typeface="Century Gothic" panose="020B0502020202020204" pitchFamily="34" charset="0"/>
            </a:rPr>
            <a:t>Se cuenta el número de defectos en el producto o situaciones inadecuadas en la entrega del servicio.</a:t>
          </a:r>
          <a:endParaRPr lang="es-MX" sz="1600" dirty="0">
            <a:solidFill>
              <a:schemeClr val="bg1"/>
            </a:solidFill>
          </a:endParaRPr>
        </a:p>
      </dgm:t>
    </dgm:pt>
    <dgm:pt modelId="{1D30D16A-A5DB-4F01-8A6B-B0881E6BBA7B}" type="parTrans" cxnId="{CED03FB0-60F1-4472-B75C-30D8C7C79246}">
      <dgm:prSet/>
      <dgm:spPr/>
      <dgm:t>
        <a:bodyPr/>
        <a:lstStyle/>
        <a:p>
          <a:endParaRPr lang="es-MX">
            <a:solidFill>
              <a:schemeClr val="bg1"/>
            </a:solidFill>
          </a:endParaRPr>
        </a:p>
      </dgm:t>
    </dgm:pt>
    <dgm:pt modelId="{4FB07D43-74B1-4399-AFB2-CF20368925DC}" type="sibTrans" cxnId="{CED03FB0-60F1-4472-B75C-30D8C7C79246}">
      <dgm:prSet/>
      <dgm:spPr/>
      <dgm:t>
        <a:bodyPr/>
        <a:lstStyle/>
        <a:p>
          <a:endParaRPr lang="es-MX">
            <a:solidFill>
              <a:schemeClr val="bg1"/>
            </a:solidFill>
          </a:endParaRPr>
        </a:p>
      </dgm:t>
    </dgm:pt>
    <dgm:pt modelId="{FDB59F6D-8E23-4FC1-B011-3336B23B3D59}" type="pres">
      <dgm:prSet presAssocID="{B45835A9-2193-4266-816C-8DE4BF2B2C29}" presName="Name0" presStyleCnt="0">
        <dgm:presLayoutVars>
          <dgm:dir/>
          <dgm:resizeHandles val="exact"/>
        </dgm:presLayoutVars>
      </dgm:prSet>
      <dgm:spPr/>
      <dgm:t>
        <a:bodyPr/>
        <a:lstStyle/>
        <a:p>
          <a:endParaRPr lang="es-MX"/>
        </a:p>
      </dgm:t>
    </dgm:pt>
    <dgm:pt modelId="{7601A778-40D3-4405-8D31-395238F58E25}" type="pres">
      <dgm:prSet presAssocID="{4CBCE0D1-0249-43C1-9074-B64CA9A08F35}" presName="composite" presStyleCnt="0"/>
      <dgm:spPr>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endParaRPr lang="es-ES"/>
        </a:p>
      </dgm:t>
    </dgm:pt>
    <dgm:pt modelId="{22ECC05B-3B63-4847-9B33-4BC654A6578B}" type="pres">
      <dgm:prSet presAssocID="{4CBCE0D1-0249-43C1-9074-B64CA9A08F35}" presName="rect1" presStyleLbl="trAlignAcc1" presStyleIdx="0" presStyleCnt="3" custScaleX="158868">
        <dgm:presLayoutVars>
          <dgm:bulletEnabled val="1"/>
        </dgm:presLayoutVars>
      </dgm:prSet>
      <dgm:spPr/>
      <dgm:t>
        <a:bodyPr/>
        <a:lstStyle/>
        <a:p>
          <a:endParaRPr lang="es-MX"/>
        </a:p>
      </dgm:t>
    </dgm:pt>
    <dgm:pt modelId="{71D7CC2C-5AC8-4168-BE9C-CAD8C7BCA3F1}" type="pres">
      <dgm:prSet presAssocID="{4CBCE0D1-0249-43C1-9074-B64CA9A08F35}" presName="rect2" presStyleLbl="fgImgPlace1" presStyleIdx="0" presStyleCnt="3" custLinFactX="-85109" custLinFactNeighborX="-100000" custLinFactNeighborY="13301"/>
      <dgm:spPr>
        <a:blipFill>
          <a:blip xmlns:r="http://schemas.openxmlformats.org/officeDocument/2006/relationships" r:embed="rId1">
            <a:extLst>
              <a:ext uri="{28A0092B-C50C-407E-A947-70E740481C1C}">
                <a14:useLocalDpi xmlns:a14="http://schemas.microsoft.com/office/drawing/2010/main" val="0"/>
              </a:ext>
            </a:extLst>
          </a:blip>
          <a:srcRect/>
          <a:stretch>
            <a:fillRect l="-25000" r="-25000"/>
          </a:stretch>
        </a:blip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endParaRPr lang="es-ES"/>
        </a:p>
      </dgm:t>
    </dgm:pt>
    <dgm:pt modelId="{78EC527E-1F9C-42DC-A48A-C3FE266398C5}" type="pres">
      <dgm:prSet presAssocID="{94FCACFC-FEF1-436D-BC9E-9BEF943857E8}" presName="sibTrans" presStyleCnt="0"/>
      <dgm:spPr>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endParaRPr lang="es-ES"/>
        </a:p>
      </dgm:t>
    </dgm:pt>
    <dgm:pt modelId="{727EB530-157D-45B8-A95D-89399C397F81}" type="pres">
      <dgm:prSet presAssocID="{B968B7B1-E55D-4469-8C18-8BE140C98BCA}" presName="composite" presStyleCnt="0"/>
      <dgm:spPr>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endParaRPr lang="es-ES"/>
        </a:p>
      </dgm:t>
    </dgm:pt>
    <dgm:pt modelId="{C8689E26-43CB-493D-B960-216ABE63C52F}" type="pres">
      <dgm:prSet presAssocID="{B968B7B1-E55D-4469-8C18-8BE140C98BCA}" presName="rect1" presStyleLbl="trAlignAcc1" presStyleIdx="1" presStyleCnt="3" custScaleX="158104">
        <dgm:presLayoutVars>
          <dgm:bulletEnabled val="1"/>
        </dgm:presLayoutVars>
      </dgm:prSet>
      <dgm:spPr/>
      <dgm:t>
        <a:bodyPr/>
        <a:lstStyle/>
        <a:p>
          <a:endParaRPr lang="es-MX"/>
        </a:p>
      </dgm:t>
    </dgm:pt>
    <dgm:pt modelId="{C36688D7-20EC-4A9C-A304-1EDC50B8727E}" type="pres">
      <dgm:prSet presAssocID="{B968B7B1-E55D-4469-8C18-8BE140C98BCA}" presName="rect2" presStyleLbl="fgImgPlace1" presStyleIdx="1" presStyleCnt="3" custLinFactX="-85623" custLinFactNeighborX="-100000" custLinFactNeighborY="6126"/>
      <dgm:spPr>
        <a:blipFill>
          <a:blip xmlns:r="http://schemas.openxmlformats.org/officeDocument/2006/relationships" r:embed="rId2">
            <a:extLst>
              <a:ext uri="{28A0092B-C50C-407E-A947-70E740481C1C}">
                <a14:useLocalDpi xmlns:a14="http://schemas.microsoft.com/office/drawing/2010/main" val="0"/>
              </a:ext>
            </a:extLst>
          </a:blip>
          <a:srcRect/>
          <a:stretch>
            <a:fillRect l="-50000" r="-50000"/>
          </a:stretch>
        </a:blip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endParaRPr lang="es-ES"/>
        </a:p>
      </dgm:t>
    </dgm:pt>
    <dgm:pt modelId="{D7068781-1084-47DF-B13E-7AD943F4AC84}" type="pres">
      <dgm:prSet presAssocID="{99A512BF-1874-4864-9060-0CA126EA405B}" presName="sibTrans" presStyleCnt="0"/>
      <dgm:spPr>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endParaRPr lang="es-ES"/>
        </a:p>
      </dgm:t>
    </dgm:pt>
    <dgm:pt modelId="{9FA5A21A-DFD7-4C7E-9374-30E3F473359C}" type="pres">
      <dgm:prSet presAssocID="{042D42A8-C779-462F-B309-71DF78989CBD}" presName="composite" presStyleCnt="0"/>
      <dgm:spPr>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endParaRPr lang="es-ES"/>
        </a:p>
      </dgm:t>
    </dgm:pt>
    <dgm:pt modelId="{A612440A-4C10-4446-A75E-D3B1D7DD0CFF}" type="pres">
      <dgm:prSet presAssocID="{042D42A8-C779-462F-B309-71DF78989CBD}" presName="rect1" presStyleLbl="trAlignAcc1" presStyleIdx="2" presStyleCnt="3" custScaleX="156146">
        <dgm:presLayoutVars>
          <dgm:bulletEnabled val="1"/>
        </dgm:presLayoutVars>
      </dgm:prSet>
      <dgm:spPr/>
      <dgm:t>
        <a:bodyPr/>
        <a:lstStyle/>
        <a:p>
          <a:endParaRPr lang="es-MX"/>
        </a:p>
      </dgm:t>
    </dgm:pt>
    <dgm:pt modelId="{E5C7139C-7820-4315-B171-76FE9C1F6BD1}" type="pres">
      <dgm:prSet presAssocID="{042D42A8-C779-462F-B309-71DF78989CBD}" presName="rect2" presStyleLbl="fgImgPlace1" presStyleIdx="2" presStyleCnt="3" custLinFactX="-89085" custLinFactNeighborX="-100000" custLinFactNeighborY="6126"/>
      <dgm:spPr>
        <a:blipFill>
          <a:blip xmlns:r="http://schemas.openxmlformats.org/officeDocument/2006/relationships" r:embed="rId3">
            <a:extLst>
              <a:ext uri="{28A0092B-C50C-407E-A947-70E740481C1C}">
                <a14:useLocalDpi xmlns:a14="http://schemas.microsoft.com/office/drawing/2010/main" val="0"/>
              </a:ext>
            </a:extLst>
          </a:blip>
          <a:srcRect/>
          <a:stretch>
            <a:fillRect l="-30000" r="-30000"/>
          </a:stretch>
        </a:blip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endParaRPr lang="es-ES"/>
        </a:p>
      </dgm:t>
    </dgm:pt>
  </dgm:ptLst>
  <dgm:cxnLst>
    <dgm:cxn modelId="{41336C67-519B-4293-A262-A4B18D6E0516}" type="presOf" srcId="{B45835A9-2193-4266-816C-8DE4BF2B2C29}" destId="{FDB59F6D-8E23-4FC1-B011-3336B23B3D59}" srcOrd="0" destOrd="0" presId="urn:microsoft.com/office/officeart/2008/layout/PictureStrips"/>
    <dgm:cxn modelId="{0ED8390A-0B19-45EB-97DC-D215C18E88BF}" type="presOf" srcId="{042D42A8-C779-462F-B309-71DF78989CBD}" destId="{A612440A-4C10-4446-A75E-D3B1D7DD0CFF}" srcOrd="0" destOrd="0" presId="urn:microsoft.com/office/officeart/2008/layout/PictureStrips"/>
    <dgm:cxn modelId="{CED03FB0-60F1-4472-B75C-30D8C7C79246}" srcId="{B45835A9-2193-4266-816C-8DE4BF2B2C29}" destId="{042D42A8-C779-462F-B309-71DF78989CBD}" srcOrd="2" destOrd="0" parTransId="{1D30D16A-A5DB-4F01-8A6B-B0881E6BBA7B}" sibTransId="{4FB07D43-74B1-4399-AFB2-CF20368925DC}"/>
    <dgm:cxn modelId="{2551DA7C-3CC4-45EB-B07D-7F0C88BEBA85}" srcId="{B45835A9-2193-4266-816C-8DE4BF2B2C29}" destId="{B968B7B1-E55D-4469-8C18-8BE140C98BCA}" srcOrd="1" destOrd="0" parTransId="{8E859B0C-8DAA-49F1-A7B9-95712C885ADB}" sibTransId="{99A512BF-1874-4864-9060-0CA126EA405B}"/>
    <dgm:cxn modelId="{1BA1E9B8-D393-4BA8-AA9C-C3662CEB2F12}" type="presOf" srcId="{B968B7B1-E55D-4469-8C18-8BE140C98BCA}" destId="{C8689E26-43CB-493D-B960-216ABE63C52F}" srcOrd="0" destOrd="0" presId="urn:microsoft.com/office/officeart/2008/layout/PictureStrips"/>
    <dgm:cxn modelId="{281CE785-F550-4CF0-8DE9-211E878A5396}" type="presOf" srcId="{4CBCE0D1-0249-43C1-9074-B64CA9A08F35}" destId="{22ECC05B-3B63-4847-9B33-4BC654A6578B}" srcOrd="0" destOrd="0" presId="urn:microsoft.com/office/officeart/2008/layout/PictureStrips"/>
    <dgm:cxn modelId="{392A6534-D955-4483-B1B7-87FC09C87790}" srcId="{B45835A9-2193-4266-816C-8DE4BF2B2C29}" destId="{4CBCE0D1-0249-43C1-9074-B64CA9A08F35}" srcOrd="0" destOrd="0" parTransId="{451B0245-71BA-4541-9AAA-FD28DEE0B552}" sibTransId="{94FCACFC-FEF1-436D-BC9E-9BEF943857E8}"/>
    <dgm:cxn modelId="{845C01AE-44D5-4D95-A43E-FFC6AA58CA30}" type="presParOf" srcId="{FDB59F6D-8E23-4FC1-B011-3336B23B3D59}" destId="{7601A778-40D3-4405-8D31-395238F58E25}" srcOrd="0" destOrd="0" presId="urn:microsoft.com/office/officeart/2008/layout/PictureStrips"/>
    <dgm:cxn modelId="{EAB8CB4E-AED8-4992-AE5B-9706DB187CDB}" type="presParOf" srcId="{7601A778-40D3-4405-8D31-395238F58E25}" destId="{22ECC05B-3B63-4847-9B33-4BC654A6578B}" srcOrd="0" destOrd="0" presId="urn:microsoft.com/office/officeart/2008/layout/PictureStrips"/>
    <dgm:cxn modelId="{B745D10B-4ACA-4622-AC99-69B60E3EFF55}" type="presParOf" srcId="{7601A778-40D3-4405-8D31-395238F58E25}" destId="{71D7CC2C-5AC8-4168-BE9C-CAD8C7BCA3F1}" srcOrd="1" destOrd="0" presId="urn:microsoft.com/office/officeart/2008/layout/PictureStrips"/>
    <dgm:cxn modelId="{D2E9EA8A-7E0F-4165-8A66-B19348353532}" type="presParOf" srcId="{FDB59F6D-8E23-4FC1-B011-3336B23B3D59}" destId="{78EC527E-1F9C-42DC-A48A-C3FE266398C5}" srcOrd="1" destOrd="0" presId="urn:microsoft.com/office/officeart/2008/layout/PictureStrips"/>
    <dgm:cxn modelId="{EE58D2A6-7F10-427B-A4BC-499C8EC5AFBA}" type="presParOf" srcId="{FDB59F6D-8E23-4FC1-B011-3336B23B3D59}" destId="{727EB530-157D-45B8-A95D-89399C397F81}" srcOrd="2" destOrd="0" presId="urn:microsoft.com/office/officeart/2008/layout/PictureStrips"/>
    <dgm:cxn modelId="{D226837D-3BB9-449E-8FDF-D402F9AF64CF}" type="presParOf" srcId="{727EB530-157D-45B8-A95D-89399C397F81}" destId="{C8689E26-43CB-493D-B960-216ABE63C52F}" srcOrd="0" destOrd="0" presId="urn:microsoft.com/office/officeart/2008/layout/PictureStrips"/>
    <dgm:cxn modelId="{21C00265-20F2-4789-94B4-4D8133078C70}" type="presParOf" srcId="{727EB530-157D-45B8-A95D-89399C397F81}" destId="{C36688D7-20EC-4A9C-A304-1EDC50B8727E}" srcOrd="1" destOrd="0" presId="urn:microsoft.com/office/officeart/2008/layout/PictureStrips"/>
    <dgm:cxn modelId="{57F918F3-EF91-4B5C-9CE6-1673BEE90018}" type="presParOf" srcId="{FDB59F6D-8E23-4FC1-B011-3336B23B3D59}" destId="{D7068781-1084-47DF-B13E-7AD943F4AC84}" srcOrd="3" destOrd="0" presId="urn:microsoft.com/office/officeart/2008/layout/PictureStrips"/>
    <dgm:cxn modelId="{E2CFF2CE-D8FD-47AC-8F58-2984D5C76750}" type="presParOf" srcId="{FDB59F6D-8E23-4FC1-B011-3336B23B3D59}" destId="{9FA5A21A-DFD7-4C7E-9374-30E3F473359C}" srcOrd="4" destOrd="0" presId="urn:microsoft.com/office/officeart/2008/layout/PictureStrips"/>
    <dgm:cxn modelId="{F859460E-A72A-4DC8-B399-2841B4CBC38F}" type="presParOf" srcId="{9FA5A21A-DFD7-4C7E-9374-30E3F473359C}" destId="{A612440A-4C10-4446-A75E-D3B1D7DD0CFF}" srcOrd="0" destOrd="0" presId="urn:microsoft.com/office/officeart/2008/layout/PictureStrips"/>
    <dgm:cxn modelId="{CC2B2478-6D0F-4042-8275-4D7FA2A5501B}" type="presParOf" srcId="{9FA5A21A-DFD7-4C7E-9374-30E3F473359C}" destId="{E5C7139C-7820-4315-B171-76FE9C1F6BD1}" srcOrd="1" destOrd="0" presId="urn:microsoft.com/office/officeart/2008/layout/PictureStrip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1BB4593-D1E2-403F-8887-C8A4C6D67AAB}" type="doc">
      <dgm:prSet loTypeId="urn:microsoft.com/office/officeart/2005/8/layout/vList3" loCatId="list" qsTypeId="urn:microsoft.com/office/officeart/2005/8/quickstyle/simple1" qsCatId="simple" csTypeId="urn:microsoft.com/office/officeart/2005/8/colors/colorful4" csCatId="colorful" phldr="1"/>
      <dgm:spPr>
        <a:scene3d>
          <a:camera prst="orthographicFront">
            <a:rot lat="0" lon="0" rev="0"/>
          </a:camera>
          <a:lightRig rig="contrasting" dir="t">
            <a:rot lat="0" lon="0" rev="7800000"/>
          </a:lightRig>
        </a:scene3d>
      </dgm:spPr>
    </dgm:pt>
    <dgm:pt modelId="{FC304AFF-B9EB-42D6-9CA2-C70BFC105B2A}">
      <dgm:prSet phldrT="[Texto]"/>
      <dgm:spPr>
        <a:solidFill>
          <a:schemeClr val="accent3">
            <a:lumMod val="60000"/>
            <a:lumOff val="40000"/>
          </a:schemeClr>
        </a:solidFill>
        <a:ln>
          <a:noFill/>
        </a:ln>
        <a:effectLst/>
        <a:scene3d>
          <a:camera prst="orthographicFront">
            <a:rot lat="0" lon="0" rev="0"/>
          </a:camera>
          <a:lightRig rig="contrasting" dir="t">
            <a:rot lat="0" lon="0" rev="7800000"/>
          </a:lightRig>
        </a:scene3d>
        <a:sp3d>
          <a:bevelT w="139700" h="139700"/>
        </a:sp3d>
      </dgm:spPr>
      <dgm:t>
        <a:bodyPr/>
        <a:lstStyle/>
        <a:p>
          <a:r>
            <a:rPr lang="es-MX" dirty="0" smtClean="0">
              <a:solidFill>
                <a:schemeClr val="tx1"/>
              </a:solidFill>
              <a:latin typeface="Century Gothic" panose="020B0502020202020204" pitchFamily="34" charset="0"/>
              <a:ea typeface="Arial Unicode MS" panose="020B0604020202020204" pitchFamily="34" charset="-128"/>
              <a:cs typeface="Arial Unicode MS" panose="020B0604020202020204" pitchFamily="34" charset="-128"/>
            </a:rPr>
            <a:t>Representa la planificación global como la programación concreta de procesos y/o proyectos determinados. </a:t>
          </a:r>
          <a:endParaRPr lang="es-MX" dirty="0">
            <a:solidFill>
              <a:schemeClr val="tx1"/>
            </a:solidFill>
          </a:endParaRPr>
        </a:p>
      </dgm:t>
    </dgm:pt>
    <dgm:pt modelId="{1E40A365-79EF-479E-9162-25DB9E687C5F}" type="parTrans" cxnId="{75073F47-514B-45DA-9F7A-04F21AA50D1D}">
      <dgm:prSet/>
      <dgm:spPr/>
      <dgm:t>
        <a:bodyPr/>
        <a:lstStyle/>
        <a:p>
          <a:endParaRPr lang="es-MX"/>
        </a:p>
      </dgm:t>
    </dgm:pt>
    <dgm:pt modelId="{F576EE8D-D31A-4AAD-8328-7248814875CC}" type="sibTrans" cxnId="{75073F47-514B-45DA-9F7A-04F21AA50D1D}">
      <dgm:prSet/>
      <dgm:spPr/>
      <dgm:t>
        <a:bodyPr/>
        <a:lstStyle/>
        <a:p>
          <a:endParaRPr lang="es-MX"/>
        </a:p>
      </dgm:t>
    </dgm:pt>
    <dgm:pt modelId="{CDD6221C-2540-408F-ACA6-1F69D422E879}">
      <dgm:prSet phldrT="[Texto]"/>
      <dgm:spPr>
        <a:solidFill>
          <a:srgbClr val="00B050"/>
        </a:solidFill>
        <a:ln>
          <a:noFill/>
        </a:ln>
        <a:effectLst/>
        <a:scene3d>
          <a:camera prst="orthographicFront">
            <a:rot lat="0" lon="0" rev="0"/>
          </a:camera>
          <a:lightRig rig="contrasting" dir="t">
            <a:rot lat="0" lon="0" rev="7800000"/>
          </a:lightRig>
        </a:scene3d>
        <a:sp3d>
          <a:bevelT w="139700" h="139700"/>
        </a:sp3d>
      </dgm:spPr>
      <dgm:t>
        <a:bodyPr/>
        <a:lstStyle/>
        <a:p>
          <a:r>
            <a:rPr lang="es-MX" dirty="0" smtClean="0">
              <a:solidFill>
                <a:schemeClr val="tx1"/>
              </a:solidFill>
              <a:latin typeface="Century Gothic" panose="020B0502020202020204" pitchFamily="34" charset="0"/>
              <a:ea typeface="Arial Unicode MS" panose="020B0604020202020204" pitchFamily="34" charset="-128"/>
              <a:cs typeface="Arial Unicode MS" panose="020B0604020202020204" pitchFamily="34" charset="-128"/>
            </a:rPr>
            <a:t>Representa el desarrollo de las diversas tareas o actividades requeridas durante un período de tiempo de una forma sencilla y de fácil y rápida comprensión.</a:t>
          </a:r>
          <a:endParaRPr lang="es-MX" dirty="0">
            <a:solidFill>
              <a:schemeClr val="tx1"/>
            </a:solidFill>
          </a:endParaRPr>
        </a:p>
      </dgm:t>
    </dgm:pt>
    <dgm:pt modelId="{0AD33477-46F3-4C98-8962-A3AAC5D71278}" type="parTrans" cxnId="{94BCF72A-1C79-410B-A712-BCFAA9933066}">
      <dgm:prSet/>
      <dgm:spPr/>
      <dgm:t>
        <a:bodyPr/>
        <a:lstStyle/>
        <a:p>
          <a:endParaRPr lang="es-MX"/>
        </a:p>
      </dgm:t>
    </dgm:pt>
    <dgm:pt modelId="{DB96BC32-32A6-4267-894C-3CC73A139FE6}" type="sibTrans" cxnId="{94BCF72A-1C79-410B-A712-BCFAA9933066}">
      <dgm:prSet/>
      <dgm:spPr/>
      <dgm:t>
        <a:bodyPr/>
        <a:lstStyle/>
        <a:p>
          <a:endParaRPr lang="es-MX"/>
        </a:p>
      </dgm:t>
    </dgm:pt>
    <dgm:pt modelId="{BE54AA06-BF8D-41A4-A6AF-13F3E0F6C52D}">
      <dgm:prSet phldrT="[Texto]"/>
      <dgm:spPr>
        <a:solidFill>
          <a:schemeClr val="accent6">
            <a:lumMod val="60000"/>
            <a:lumOff val="40000"/>
          </a:schemeClr>
        </a:solidFill>
        <a:ln>
          <a:noFill/>
        </a:ln>
        <a:effectLst/>
        <a:scene3d>
          <a:camera prst="orthographicFront">
            <a:rot lat="0" lon="0" rev="0"/>
          </a:camera>
          <a:lightRig rig="contrasting" dir="t">
            <a:rot lat="0" lon="0" rev="7800000"/>
          </a:lightRig>
        </a:scene3d>
        <a:sp3d>
          <a:bevelT w="139700" h="139700"/>
        </a:sp3d>
      </dgm:spPr>
      <dgm:t>
        <a:bodyPr/>
        <a:lstStyle/>
        <a:p>
          <a:r>
            <a:rPr lang="es-MX" dirty="0" smtClean="0">
              <a:solidFill>
                <a:schemeClr val="tx1"/>
              </a:solidFill>
              <a:latin typeface="Century Gothic" panose="020B0502020202020204" pitchFamily="34" charset="0"/>
              <a:ea typeface="Arial Unicode MS" panose="020B0604020202020204" pitchFamily="34" charset="-128"/>
              <a:cs typeface="Arial Unicode MS" panose="020B0604020202020204" pitchFamily="34" charset="-128"/>
            </a:rPr>
            <a:t>Identifica perfectamente las sucesivas fases de que consta un proceso o un proyecto.</a:t>
          </a:r>
          <a:endParaRPr lang="es-MX" dirty="0">
            <a:solidFill>
              <a:schemeClr val="tx1"/>
            </a:solidFill>
          </a:endParaRPr>
        </a:p>
      </dgm:t>
    </dgm:pt>
    <dgm:pt modelId="{F0858F29-CFDD-4839-B390-14B13C1CDDF9}" type="parTrans" cxnId="{E1E99D8C-20BD-431B-9A35-F998D284CE43}">
      <dgm:prSet/>
      <dgm:spPr/>
      <dgm:t>
        <a:bodyPr/>
        <a:lstStyle/>
        <a:p>
          <a:endParaRPr lang="es-MX"/>
        </a:p>
      </dgm:t>
    </dgm:pt>
    <dgm:pt modelId="{34C7E71B-594D-4005-8590-0B1C2FB6C949}" type="sibTrans" cxnId="{E1E99D8C-20BD-431B-9A35-F998D284CE43}">
      <dgm:prSet/>
      <dgm:spPr/>
      <dgm:t>
        <a:bodyPr/>
        <a:lstStyle/>
        <a:p>
          <a:endParaRPr lang="es-MX"/>
        </a:p>
      </dgm:t>
    </dgm:pt>
    <dgm:pt modelId="{33C2309D-2F42-4201-8795-AEFB14F62464}" type="pres">
      <dgm:prSet presAssocID="{61BB4593-D1E2-403F-8887-C8A4C6D67AAB}" presName="linearFlow" presStyleCnt="0">
        <dgm:presLayoutVars>
          <dgm:dir/>
          <dgm:resizeHandles val="exact"/>
        </dgm:presLayoutVars>
      </dgm:prSet>
      <dgm:spPr/>
    </dgm:pt>
    <dgm:pt modelId="{9775231D-3332-498B-A729-A67983B14F52}" type="pres">
      <dgm:prSet presAssocID="{FC304AFF-B9EB-42D6-9CA2-C70BFC105B2A}" presName="composite" presStyleCnt="0"/>
      <dgm:spPr>
        <a:ln>
          <a:noFill/>
        </a:ln>
        <a:effectLst/>
        <a:scene3d>
          <a:camera prst="orthographicFront">
            <a:rot lat="0" lon="0" rev="0"/>
          </a:camera>
          <a:lightRig rig="contrasting" dir="t">
            <a:rot lat="0" lon="0" rev="7800000"/>
          </a:lightRig>
        </a:scene3d>
        <a:sp3d>
          <a:bevelT w="139700" h="139700"/>
        </a:sp3d>
      </dgm:spPr>
    </dgm:pt>
    <dgm:pt modelId="{038B1F88-3D29-4196-9C81-62FCE65F52CD}" type="pres">
      <dgm:prSet presAssocID="{FC304AFF-B9EB-42D6-9CA2-C70BFC105B2A}" presName="imgShp" presStyleLbl="fgImgPlac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a:stretch>
            <a:fillRect l="-39000" r="-39000"/>
          </a:stretch>
        </a:blipFill>
        <a:ln>
          <a:noFill/>
        </a:ln>
        <a:effectLst/>
        <a:scene3d>
          <a:camera prst="orthographicFront">
            <a:rot lat="0" lon="0" rev="0"/>
          </a:camera>
          <a:lightRig rig="contrasting" dir="t">
            <a:rot lat="0" lon="0" rev="7800000"/>
          </a:lightRig>
        </a:scene3d>
        <a:sp3d>
          <a:bevelT w="139700" h="139700"/>
        </a:sp3d>
      </dgm:spPr>
    </dgm:pt>
    <dgm:pt modelId="{FBDB2DCE-D7D4-4875-A2DF-DE042D4CC3A6}" type="pres">
      <dgm:prSet presAssocID="{FC304AFF-B9EB-42D6-9CA2-C70BFC105B2A}" presName="txShp" presStyleLbl="node1" presStyleIdx="0" presStyleCnt="3">
        <dgm:presLayoutVars>
          <dgm:bulletEnabled val="1"/>
        </dgm:presLayoutVars>
      </dgm:prSet>
      <dgm:spPr/>
      <dgm:t>
        <a:bodyPr/>
        <a:lstStyle/>
        <a:p>
          <a:endParaRPr lang="es-MX"/>
        </a:p>
      </dgm:t>
    </dgm:pt>
    <dgm:pt modelId="{48F4F4C3-45CF-46D3-BAE3-B7066D188121}" type="pres">
      <dgm:prSet presAssocID="{F576EE8D-D31A-4AAD-8328-7248814875CC}" presName="spacing" presStyleCnt="0"/>
      <dgm:spPr>
        <a:ln>
          <a:noFill/>
        </a:ln>
        <a:effectLst/>
        <a:scene3d>
          <a:camera prst="orthographicFront">
            <a:rot lat="0" lon="0" rev="0"/>
          </a:camera>
          <a:lightRig rig="contrasting" dir="t">
            <a:rot lat="0" lon="0" rev="7800000"/>
          </a:lightRig>
        </a:scene3d>
        <a:sp3d>
          <a:bevelT w="139700" h="139700"/>
        </a:sp3d>
      </dgm:spPr>
    </dgm:pt>
    <dgm:pt modelId="{CE624409-AC7C-4EE8-B052-942D2F82DA90}" type="pres">
      <dgm:prSet presAssocID="{CDD6221C-2540-408F-ACA6-1F69D422E879}" presName="composite" presStyleCnt="0"/>
      <dgm:spPr>
        <a:ln>
          <a:noFill/>
        </a:ln>
        <a:effectLst/>
        <a:scene3d>
          <a:camera prst="orthographicFront">
            <a:rot lat="0" lon="0" rev="0"/>
          </a:camera>
          <a:lightRig rig="contrasting" dir="t">
            <a:rot lat="0" lon="0" rev="7800000"/>
          </a:lightRig>
        </a:scene3d>
        <a:sp3d>
          <a:bevelT w="139700" h="139700"/>
        </a:sp3d>
      </dgm:spPr>
    </dgm:pt>
    <dgm:pt modelId="{DE877FAE-F562-48E0-9780-839C624D3F3C}" type="pres">
      <dgm:prSet presAssocID="{CDD6221C-2540-408F-ACA6-1F69D422E879}" presName="imgShp" presStyleLbl="fgImgPlac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a:stretch>
            <a:fillRect/>
          </a:stretch>
        </a:blipFill>
        <a:ln>
          <a:noFill/>
        </a:ln>
        <a:effectLst/>
        <a:scene3d>
          <a:camera prst="orthographicFront">
            <a:rot lat="0" lon="0" rev="0"/>
          </a:camera>
          <a:lightRig rig="contrasting" dir="t">
            <a:rot lat="0" lon="0" rev="7800000"/>
          </a:lightRig>
        </a:scene3d>
        <a:sp3d>
          <a:bevelT w="139700" h="139700"/>
        </a:sp3d>
      </dgm:spPr>
    </dgm:pt>
    <dgm:pt modelId="{6C042A17-4E3E-4F88-AB01-0818FCD3B86D}" type="pres">
      <dgm:prSet presAssocID="{CDD6221C-2540-408F-ACA6-1F69D422E879}" presName="txShp" presStyleLbl="node1" presStyleIdx="1" presStyleCnt="3">
        <dgm:presLayoutVars>
          <dgm:bulletEnabled val="1"/>
        </dgm:presLayoutVars>
      </dgm:prSet>
      <dgm:spPr/>
      <dgm:t>
        <a:bodyPr/>
        <a:lstStyle/>
        <a:p>
          <a:endParaRPr lang="es-MX"/>
        </a:p>
      </dgm:t>
    </dgm:pt>
    <dgm:pt modelId="{D3433FFF-5568-4458-9CEA-ACA7583F2124}" type="pres">
      <dgm:prSet presAssocID="{DB96BC32-32A6-4267-894C-3CC73A139FE6}" presName="spacing" presStyleCnt="0"/>
      <dgm:spPr>
        <a:ln>
          <a:noFill/>
        </a:ln>
        <a:effectLst/>
        <a:scene3d>
          <a:camera prst="orthographicFront">
            <a:rot lat="0" lon="0" rev="0"/>
          </a:camera>
          <a:lightRig rig="contrasting" dir="t">
            <a:rot lat="0" lon="0" rev="7800000"/>
          </a:lightRig>
        </a:scene3d>
        <a:sp3d>
          <a:bevelT w="139700" h="139700"/>
        </a:sp3d>
      </dgm:spPr>
    </dgm:pt>
    <dgm:pt modelId="{2D852FC8-79BC-465B-928E-8001B0111DD3}" type="pres">
      <dgm:prSet presAssocID="{BE54AA06-BF8D-41A4-A6AF-13F3E0F6C52D}" presName="composite" presStyleCnt="0"/>
      <dgm:spPr>
        <a:ln>
          <a:noFill/>
        </a:ln>
        <a:effectLst/>
        <a:scene3d>
          <a:camera prst="orthographicFront">
            <a:rot lat="0" lon="0" rev="0"/>
          </a:camera>
          <a:lightRig rig="contrasting" dir="t">
            <a:rot lat="0" lon="0" rev="7800000"/>
          </a:lightRig>
        </a:scene3d>
        <a:sp3d>
          <a:bevelT w="139700" h="139700"/>
        </a:sp3d>
      </dgm:spPr>
    </dgm:pt>
    <dgm:pt modelId="{69F70C6F-D049-49AE-859A-D105FE5E762C}" type="pres">
      <dgm:prSet presAssocID="{BE54AA06-BF8D-41A4-A6AF-13F3E0F6C52D}" presName="imgShp" presStyleLbl="fgImgPlac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a:stretch>
            <a:fillRect l="-25000" r="-25000"/>
          </a:stretch>
        </a:blipFill>
        <a:ln>
          <a:noFill/>
        </a:ln>
        <a:effectLst/>
        <a:scene3d>
          <a:camera prst="orthographicFront">
            <a:rot lat="0" lon="0" rev="0"/>
          </a:camera>
          <a:lightRig rig="contrasting" dir="t">
            <a:rot lat="0" lon="0" rev="7800000"/>
          </a:lightRig>
        </a:scene3d>
        <a:sp3d>
          <a:bevelT w="139700" h="139700"/>
        </a:sp3d>
      </dgm:spPr>
    </dgm:pt>
    <dgm:pt modelId="{270C2E57-9A47-4D6C-99A5-65F557F604F9}" type="pres">
      <dgm:prSet presAssocID="{BE54AA06-BF8D-41A4-A6AF-13F3E0F6C52D}" presName="txShp" presStyleLbl="node1" presStyleIdx="2" presStyleCnt="3">
        <dgm:presLayoutVars>
          <dgm:bulletEnabled val="1"/>
        </dgm:presLayoutVars>
      </dgm:prSet>
      <dgm:spPr/>
      <dgm:t>
        <a:bodyPr/>
        <a:lstStyle/>
        <a:p>
          <a:endParaRPr lang="es-MX"/>
        </a:p>
      </dgm:t>
    </dgm:pt>
  </dgm:ptLst>
  <dgm:cxnLst>
    <dgm:cxn modelId="{94BCF72A-1C79-410B-A712-BCFAA9933066}" srcId="{61BB4593-D1E2-403F-8887-C8A4C6D67AAB}" destId="{CDD6221C-2540-408F-ACA6-1F69D422E879}" srcOrd="1" destOrd="0" parTransId="{0AD33477-46F3-4C98-8962-A3AAC5D71278}" sibTransId="{DB96BC32-32A6-4267-894C-3CC73A139FE6}"/>
    <dgm:cxn modelId="{75073F47-514B-45DA-9F7A-04F21AA50D1D}" srcId="{61BB4593-D1E2-403F-8887-C8A4C6D67AAB}" destId="{FC304AFF-B9EB-42D6-9CA2-C70BFC105B2A}" srcOrd="0" destOrd="0" parTransId="{1E40A365-79EF-479E-9162-25DB9E687C5F}" sibTransId="{F576EE8D-D31A-4AAD-8328-7248814875CC}"/>
    <dgm:cxn modelId="{F33518A1-4AF0-4C46-B2D4-5260CB67BEEA}" type="presOf" srcId="{BE54AA06-BF8D-41A4-A6AF-13F3E0F6C52D}" destId="{270C2E57-9A47-4D6C-99A5-65F557F604F9}" srcOrd="0" destOrd="0" presId="urn:microsoft.com/office/officeart/2005/8/layout/vList3"/>
    <dgm:cxn modelId="{E1E99D8C-20BD-431B-9A35-F998D284CE43}" srcId="{61BB4593-D1E2-403F-8887-C8A4C6D67AAB}" destId="{BE54AA06-BF8D-41A4-A6AF-13F3E0F6C52D}" srcOrd="2" destOrd="0" parTransId="{F0858F29-CFDD-4839-B390-14B13C1CDDF9}" sibTransId="{34C7E71B-594D-4005-8590-0B1C2FB6C949}"/>
    <dgm:cxn modelId="{BA14F40C-2BAD-4072-90A7-5107F1451244}" type="presOf" srcId="{FC304AFF-B9EB-42D6-9CA2-C70BFC105B2A}" destId="{FBDB2DCE-D7D4-4875-A2DF-DE042D4CC3A6}" srcOrd="0" destOrd="0" presId="urn:microsoft.com/office/officeart/2005/8/layout/vList3"/>
    <dgm:cxn modelId="{E52EB71A-F87A-45C1-9FF4-D56C6438CE1B}" type="presOf" srcId="{61BB4593-D1E2-403F-8887-C8A4C6D67AAB}" destId="{33C2309D-2F42-4201-8795-AEFB14F62464}" srcOrd="0" destOrd="0" presId="urn:microsoft.com/office/officeart/2005/8/layout/vList3"/>
    <dgm:cxn modelId="{D8FEC9C1-AD19-4092-987D-9E6F53489D9F}" type="presOf" srcId="{CDD6221C-2540-408F-ACA6-1F69D422E879}" destId="{6C042A17-4E3E-4F88-AB01-0818FCD3B86D}" srcOrd="0" destOrd="0" presId="urn:microsoft.com/office/officeart/2005/8/layout/vList3"/>
    <dgm:cxn modelId="{768A4537-4E90-4329-971C-607DF0019336}" type="presParOf" srcId="{33C2309D-2F42-4201-8795-AEFB14F62464}" destId="{9775231D-3332-498B-A729-A67983B14F52}" srcOrd="0" destOrd="0" presId="urn:microsoft.com/office/officeart/2005/8/layout/vList3"/>
    <dgm:cxn modelId="{156F397A-8C7B-413A-8B65-6B325E12894C}" type="presParOf" srcId="{9775231D-3332-498B-A729-A67983B14F52}" destId="{038B1F88-3D29-4196-9C81-62FCE65F52CD}" srcOrd="0" destOrd="0" presId="urn:microsoft.com/office/officeart/2005/8/layout/vList3"/>
    <dgm:cxn modelId="{5255914D-B3ED-47DF-B4DD-5459898B7FCC}" type="presParOf" srcId="{9775231D-3332-498B-A729-A67983B14F52}" destId="{FBDB2DCE-D7D4-4875-A2DF-DE042D4CC3A6}" srcOrd="1" destOrd="0" presId="urn:microsoft.com/office/officeart/2005/8/layout/vList3"/>
    <dgm:cxn modelId="{DE99BDFB-AE2D-4ACF-914D-472223FAD23B}" type="presParOf" srcId="{33C2309D-2F42-4201-8795-AEFB14F62464}" destId="{48F4F4C3-45CF-46D3-BAE3-B7066D188121}" srcOrd="1" destOrd="0" presId="urn:microsoft.com/office/officeart/2005/8/layout/vList3"/>
    <dgm:cxn modelId="{81CF2C08-46B0-4ABD-BAE6-0A634A091D8E}" type="presParOf" srcId="{33C2309D-2F42-4201-8795-AEFB14F62464}" destId="{CE624409-AC7C-4EE8-B052-942D2F82DA90}" srcOrd="2" destOrd="0" presId="urn:microsoft.com/office/officeart/2005/8/layout/vList3"/>
    <dgm:cxn modelId="{205377BB-6E48-4B87-B7EA-6A60DC6DE508}" type="presParOf" srcId="{CE624409-AC7C-4EE8-B052-942D2F82DA90}" destId="{DE877FAE-F562-48E0-9780-839C624D3F3C}" srcOrd="0" destOrd="0" presId="urn:microsoft.com/office/officeart/2005/8/layout/vList3"/>
    <dgm:cxn modelId="{3700F10D-22A6-4D93-84FC-FBBBB48BD4BA}" type="presParOf" srcId="{CE624409-AC7C-4EE8-B052-942D2F82DA90}" destId="{6C042A17-4E3E-4F88-AB01-0818FCD3B86D}" srcOrd="1" destOrd="0" presId="urn:microsoft.com/office/officeart/2005/8/layout/vList3"/>
    <dgm:cxn modelId="{D1030A87-1970-4BDE-B61F-C1BCFB377ACD}" type="presParOf" srcId="{33C2309D-2F42-4201-8795-AEFB14F62464}" destId="{D3433FFF-5568-4458-9CEA-ACA7583F2124}" srcOrd="3" destOrd="0" presId="urn:microsoft.com/office/officeart/2005/8/layout/vList3"/>
    <dgm:cxn modelId="{5E25DBB6-60B5-4268-B8AF-CFED3C00458B}" type="presParOf" srcId="{33C2309D-2F42-4201-8795-AEFB14F62464}" destId="{2D852FC8-79BC-465B-928E-8001B0111DD3}" srcOrd="4" destOrd="0" presId="urn:microsoft.com/office/officeart/2005/8/layout/vList3"/>
    <dgm:cxn modelId="{99A66240-E6FB-4C1F-BF1B-9D9C1BD4A44F}" type="presParOf" srcId="{2D852FC8-79BC-465B-928E-8001B0111DD3}" destId="{69F70C6F-D049-49AE-859A-D105FE5E762C}" srcOrd="0" destOrd="0" presId="urn:microsoft.com/office/officeart/2005/8/layout/vList3"/>
    <dgm:cxn modelId="{8119291C-93BD-45C9-AA1C-B7848FF1D9FC}" type="presParOf" srcId="{2D852FC8-79BC-465B-928E-8001B0111DD3}" destId="{270C2E57-9A47-4D6C-99A5-65F557F604F9}"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4941058-9945-46BC-B6CB-9CA9EAD83DA0}" type="doc">
      <dgm:prSet loTypeId="urn:microsoft.com/office/officeart/2008/layout/AlternatingPictureBlocks" loCatId="list" qsTypeId="urn:microsoft.com/office/officeart/2005/8/quickstyle/simple1" qsCatId="simple" csTypeId="urn:microsoft.com/office/officeart/2005/8/colors/accent1_2" csCatId="accent1" phldr="1"/>
      <dgm:spPr/>
    </dgm:pt>
    <dgm:pt modelId="{FF58626A-91E5-4E91-96CD-46C797C58C1B}">
      <dgm:prSet phldrT="[Texto]"/>
      <dgm:spPr>
        <a:solidFill>
          <a:srgbClr val="7030A0">
            <a:alpha val="42000"/>
          </a:srgb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t>
        <a:bodyPr/>
        <a:lstStyle/>
        <a:p>
          <a:r>
            <a:rPr lang="es-ES" dirty="0" smtClean="0">
              <a:solidFill>
                <a:schemeClr val="tx1"/>
              </a:solidFill>
              <a:latin typeface="Century Gothic" panose="020B0502020202020204" pitchFamily="34" charset="0"/>
              <a:ea typeface="Arial" panose="020B0604020202020204" pitchFamily="34" charset="0"/>
            </a:rPr>
            <a:t>Vigilar el cumplimiento de un proyecto en el tiempo.</a:t>
          </a:r>
          <a:endParaRPr lang="es-MX" dirty="0">
            <a:solidFill>
              <a:schemeClr val="tx1"/>
            </a:solidFill>
          </a:endParaRPr>
        </a:p>
      </dgm:t>
    </dgm:pt>
    <dgm:pt modelId="{0B75B27B-B464-46DD-B062-F866315DBA60}" type="parTrans" cxnId="{F5226949-5E68-436D-9643-B4D4BB0A9944}">
      <dgm:prSet/>
      <dgm:spPr/>
      <dgm:t>
        <a:bodyPr/>
        <a:lstStyle/>
        <a:p>
          <a:endParaRPr lang="es-MX"/>
        </a:p>
      </dgm:t>
    </dgm:pt>
    <dgm:pt modelId="{0FF10DA4-725B-474B-93C7-DD5F946B7FB2}" type="sibTrans" cxnId="{F5226949-5E68-436D-9643-B4D4BB0A9944}">
      <dgm:prSet/>
      <dgm:spPr/>
      <dgm:t>
        <a:bodyPr/>
        <a:lstStyle/>
        <a:p>
          <a:endParaRPr lang="es-MX"/>
        </a:p>
      </dgm:t>
    </dgm:pt>
    <dgm:pt modelId="{7696BC5C-F475-4D8C-89CD-E9173CEFA4A2}">
      <dgm:prSet phldrT="[Texto]"/>
      <dgm:spPr>
        <a:solidFill>
          <a:srgbClr val="CC00CC">
            <a:alpha val="50000"/>
          </a:srgb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t>
        <a:bodyPr/>
        <a:lstStyle/>
        <a:p>
          <a:r>
            <a:rPr lang="es-ES" dirty="0" smtClean="0">
              <a:solidFill>
                <a:schemeClr val="tx1"/>
              </a:solidFill>
              <a:latin typeface="Century Gothic" panose="020B0502020202020204" pitchFamily="34" charset="0"/>
              <a:ea typeface="Arial" panose="020B0604020202020204" pitchFamily="34" charset="0"/>
            </a:rPr>
            <a:t>Determinar el avance en un momento dado.</a:t>
          </a:r>
          <a:endParaRPr lang="es-MX" dirty="0">
            <a:solidFill>
              <a:schemeClr val="tx1"/>
            </a:solidFill>
          </a:endParaRPr>
        </a:p>
      </dgm:t>
    </dgm:pt>
    <dgm:pt modelId="{9B1228E7-A608-4030-8C16-69F0418A50FA}" type="parTrans" cxnId="{D8564723-4728-4B9E-B803-172BB7DCAE6E}">
      <dgm:prSet/>
      <dgm:spPr/>
      <dgm:t>
        <a:bodyPr/>
        <a:lstStyle/>
        <a:p>
          <a:endParaRPr lang="es-MX"/>
        </a:p>
      </dgm:t>
    </dgm:pt>
    <dgm:pt modelId="{25812443-E7DE-4675-8F6A-2C16841F72BA}" type="sibTrans" cxnId="{D8564723-4728-4B9E-B803-172BB7DCAE6E}">
      <dgm:prSet/>
      <dgm:spPr/>
      <dgm:t>
        <a:bodyPr/>
        <a:lstStyle/>
        <a:p>
          <a:endParaRPr lang="es-MX"/>
        </a:p>
      </dgm:t>
    </dgm:pt>
    <dgm:pt modelId="{7F4A86EE-FC6B-4B5A-9F1B-D9C8D2B875ED}">
      <dgm:prSet phldrT="[Texto]"/>
      <dgm:spPr>
        <a:solidFill>
          <a:srgbClr val="7030A0">
            <a:alpha val="50000"/>
          </a:srgb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t>
        <a:bodyPr/>
        <a:lstStyle/>
        <a:p>
          <a:r>
            <a:rPr lang="es-ES" dirty="0" smtClean="0">
              <a:solidFill>
                <a:schemeClr val="tx1"/>
              </a:solidFill>
              <a:latin typeface="Century Gothic" panose="020B0502020202020204" pitchFamily="34" charset="0"/>
              <a:ea typeface="Arial" panose="020B0604020202020204" pitchFamily="34" charset="0"/>
            </a:rPr>
            <a:t>Comprobar la puesta en práctica de las soluciones.</a:t>
          </a:r>
          <a:endParaRPr lang="es-MX" dirty="0">
            <a:solidFill>
              <a:schemeClr val="tx1"/>
            </a:solidFill>
          </a:endParaRPr>
        </a:p>
      </dgm:t>
    </dgm:pt>
    <dgm:pt modelId="{2D29DEB9-466B-4629-84CC-B8CB7546607E}" type="parTrans" cxnId="{CE3BF10D-D789-4892-B0DB-ADFB082C2C04}">
      <dgm:prSet/>
      <dgm:spPr/>
      <dgm:t>
        <a:bodyPr/>
        <a:lstStyle/>
        <a:p>
          <a:endParaRPr lang="es-MX"/>
        </a:p>
      </dgm:t>
    </dgm:pt>
    <dgm:pt modelId="{6051F8ED-F066-4863-9351-D044920A82CE}" type="sibTrans" cxnId="{CE3BF10D-D789-4892-B0DB-ADFB082C2C04}">
      <dgm:prSet/>
      <dgm:spPr/>
      <dgm:t>
        <a:bodyPr/>
        <a:lstStyle/>
        <a:p>
          <a:endParaRPr lang="es-MX"/>
        </a:p>
      </dgm:t>
    </dgm:pt>
    <dgm:pt modelId="{2EE7999B-BDB6-4C07-BFE2-FBD895E54715}" type="pres">
      <dgm:prSet presAssocID="{E4941058-9945-46BC-B6CB-9CA9EAD83DA0}" presName="linearFlow" presStyleCnt="0">
        <dgm:presLayoutVars>
          <dgm:dir/>
          <dgm:resizeHandles val="exact"/>
        </dgm:presLayoutVars>
      </dgm:prSet>
      <dgm:spPr/>
    </dgm:pt>
    <dgm:pt modelId="{D7D9B8B9-CA0B-48D9-ACD7-A5268681DE7D}" type="pres">
      <dgm:prSet presAssocID="{FF58626A-91E5-4E91-96CD-46C797C58C1B}" presName="comp" presStyleCnt="0"/>
      <dgm:spPr/>
    </dgm:pt>
    <dgm:pt modelId="{4B7AFCBE-8421-4D67-BAC8-73A197D91E3B}" type="pres">
      <dgm:prSet presAssocID="{FF58626A-91E5-4E91-96CD-46C797C58C1B}" presName="rect2" presStyleLbl="node1" presStyleIdx="0" presStyleCnt="3">
        <dgm:presLayoutVars>
          <dgm:bulletEnabled val="1"/>
        </dgm:presLayoutVars>
      </dgm:prSet>
      <dgm:spPr/>
      <dgm:t>
        <a:bodyPr/>
        <a:lstStyle/>
        <a:p>
          <a:endParaRPr lang="es-MX"/>
        </a:p>
      </dgm:t>
    </dgm:pt>
    <dgm:pt modelId="{7AEDAE09-D724-41C9-93F2-034287CADB64}" type="pres">
      <dgm:prSet presAssocID="{FF58626A-91E5-4E91-96CD-46C797C58C1B}" presName="rect1" presStyleLbl="ln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a:stretch>
            <a:fillRect l="-1000" r="-1000"/>
          </a:stretch>
        </a:blipFill>
        <a:ln>
          <a:noFill/>
        </a:ln>
        <a:effectLst>
          <a:outerShdw blurRad="225425" dist="50800" dir="5220000" algn="ctr">
            <a:srgbClr val="000000">
              <a:alpha val="33000"/>
            </a:srgbClr>
          </a:outerShdw>
        </a:effectLst>
        <a:scene3d>
          <a:camera prst="perspectiveFront" fov="3300000">
            <a:rot lat="486000" lon="19530000" rev="174000"/>
          </a:camera>
          <a:lightRig rig="harsh" dir="t">
            <a:rot lat="0" lon="0" rev="3000000"/>
          </a:lightRig>
        </a:scene3d>
        <a:sp3d extrusionH="254000" contourW="19050">
          <a:bevelT w="82550" h="44450" prst="angle"/>
          <a:bevelB w="82550" h="44450" prst="angle"/>
          <a:contourClr>
            <a:srgbClr val="FFFFFF"/>
          </a:contourClr>
        </a:sp3d>
      </dgm:spPr>
    </dgm:pt>
    <dgm:pt modelId="{6C44EA75-EC6A-4FD0-BF4D-F23FD3B773E8}" type="pres">
      <dgm:prSet presAssocID="{0FF10DA4-725B-474B-93C7-DD5F946B7FB2}" presName="sibTrans" presStyleCnt="0"/>
      <dgm:spPr/>
    </dgm:pt>
    <dgm:pt modelId="{E6D27474-733E-480F-BC78-F578DFF0D339}" type="pres">
      <dgm:prSet presAssocID="{7696BC5C-F475-4D8C-89CD-E9173CEFA4A2}" presName="comp" presStyleCnt="0"/>
      <dgm:spPr/>
    </dgm:pt>
    <dgm:pt modelId="{4F298EAE-9A71-42AF-A174-0711CDDE24D5}" type="pres">
      <dgm:prSet presAssocID="{7696BC5C-F475-4D8C-89CD-E9173CEFA4A2}" presName="rect2" presStyleLbl="node1" presStyleIdx="1" presStyleCnt="3">
        <dgm:presLayoutVars>
          <dgm:bulletEnabled val="1"/>
        </dgm:presLayoutVars>
      </dgm:prSet>
      <dgm:spPr/>
      <dgm:t>
        <a:bodyPr/>
        <a:lstStyle/>
        <a:p>
          <a:endParaRPr lang="es-MX"/>
        </a:p>
      </dgm:t>
    </dgm:pt>
    <dgm:pt modelId="{8EC0B652-BC50-4AF5-85A5-B23ABF042888}" type="pres">
      <dgm:prSet presAssocID="{7696BC5C-F475-4D8C-89CD-E9173CEFA4A2}" presName="rect1" presStyleLbl="ln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a:stretch>
            <a:fillRect t="-3000" b="-3000"/>
          </a:stretch>
        </a:blipFill>
        <a:ln>
          <a:noFill/>
        </a:ln>
        <a:effectLst>
          <a:outerShdw blurRad="225425" dist="50800" dir="5220000" algn="ctr">
            <a:srgbClr val="000000">
              <a:alpha val="33000"/>
            </a:srgbClr>
          </a:outerShdw>
        </a:effectLst>
        <a:scene3d>
          <a:camera prst="perspectiveFront" fov="3300000">
            <a:rot lat="486000" lon="19530000" rev="174000"/>
          </a:camera>
          <a:lightRig rig="harsh" dir="t">
            <a:rot lat="0" lon="0" rev="3000000"/>
          </a:lightRig>
        </a:scene3d>
        <a:sp3d extrusionH="254000" contourW="19050">
          <a:bevelT w="82550" h="44450" prst="angle"/>
          <a:bevelB w="82550" h="44450" prst="angle"/>
          <a:contourClr>
            <a:srgbClr val="FFFFFF"/>
          </a:contourClr>
        </a:sp3d>
      </dgm:spPr>
    </dgm:pt>
    <dgm:pt modelId="{24B1DDFD-946C-4651-9382-859245E733A4}" type="pres">
      <dgm:prSet presAssocID="{25812443-E7DE-4675-8F6A-2C16841F72BA}" presName="sibTrans" presStyleCnt="0"/>
      <dgm:spPr/>
    </dgm:pt>
    <dgm:pt modelId="{22DC7EDE-DF16-4AF6-A4B3-BB46D1E88697}" type="pres">
      <dgm:prSet presAssocID="{7F4A86EE-FC6B-4B5A-9F1B-D9C8D2B875ED}" presName="comp" presStyleCnt="0"/>
      <dgm:spPr/>
    </dgm:pt>
    <dgm:pt modelId="{FD9912F2-468F-4B2B-8199-144354552468}" type="pres">
      <dgm:prSet presAssocID="{7F4A86EE-FC6B-4B5A-9F1B-D9C8D2B875ED}" presName="rect2" presStyleLbl="node1" presStyleIdx="2" presStyleCnt="3">
        <dgm:presLayoutVars>
          <dgm:bulletEnabled val="1"/>
        </dgm:presLayoutVars>
      </dgm:prSet>
      <dgm:spPr/>
      <dgm:t>
        <a:bodyPr/>
        <a:lstStyle/>
        <a:p>
          <a:endParaRPr lang="es-MX"/>
        </a:p>
      </dgm:t>
    </dgm:pt>
    <dgm:pt modelId="{7C9B81B2-8BFC-4C83-B5EA-71E9E89C17D6}" type="pres">
      <dgm:prSet presAssocID="{7F4A86EE-FC6B-4B5A-9F1B-D9C8D2B875ED}" presName="rect1" presStyleLbl="ln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a:stretch>
            <a:fillRect l="-13000" r="-13000"/>
          </a:stretch>
        </a:blipFill>
        <a:ln>
          <a:noFill/>
        </a:ln>
        <a:effectLst>
          <a:outerShdw blurRad="225425" dist="50800" dir="5220000" algn="ctr">
            <a:srgbClr val="000000">
              <a:alpha val="33000"/>
            </a:srgbClr>
          </a:outerShdw>
        </a:effectLst>
        <a:scene3d>
          <a:camera prst="perspectiveFront" fov="3300000">
            <a:rot lat="486000" lon="19530000" rev="174000"/>
          </a:camera>
          <a:lightRig rig="harsh" dir="t">
            <a:rot lat="0" lon="0" rev="3000000"/>
          </a:lightRig>
        </a:scene3d>
        <a:sp3d extrusionH="254000" contourW="19050">
          <a:bevelT w="82550" h="44450" prst="angle"/>
          <a:bevelB w="82550" h="44450" prst="angle"/>
          <a:contourClr>
            <a:srgbClr val="FFFFFF"/>
          </a:contourClr>
        </a:sp3d>
      </dgm:spPr>
    </dgm:pt>
  </dgm:ptLst>
  <dgm:cxnLst>
    <dgm:cxn modelId="{D8564723-4728-4B9E-B803-172BB7DCAE6E}" srcId="{E4941058-9945-46BC-B6CB-9CA9EAD83DA0}" destId="{7696BC5C-F475-4D8C-89CD-E9173CEFA4A2}" srcOrd="1" destOrd="0" parTransId="{9B1228E7-A608-4030-8C16-69F0418A50FA}" sibTransId="{25812443-E7DE-4675-8F6A-2C16841F72BA}"/>
    <dgm:cxn modelId="{66988329-C516-4B25-8661-925E2C05F3EE}" type="presOf" srcId="{7696BC5C-F475-4D8C-89CD-E9173CEFA4A2}" destId="{4F298EAE-9A71-42AF-A174-0711CDDE24D5}" srcOrd="0" destOrd="0" presId="urn:microsoft.com/office/officeart/2008/layout/AlternatingPictureBlocks"/>
    <dgm:cxn modelId="{A4347770-7F9B-47CA-A80B-1DE7E05BE1B6}" type="presOf" srcId="{E4941058-9945-46BC-B6CB-9CA9EAD83DA0}" destId="{2EE7999B-BDB6-4C07-BFE2-FBD895E54715}" srcOrd="0" destOrd="0" presId="urn:microsoft.com/office/officeart/2008/layout/AlternatingPictureBlocks"/>
    <dgm:cxn modelId="{5892C076-0ADB-46D6-B0F9-8BD048FF8AF1}" type="presOf" srcId="{7F4A86EE-FC6B-4B5A-9F1B-D9C8D2B875ED}" destId="{FD9912F2-468F-4B2B-8199-144354552468}" srcOrd="0" destOrd="0" presId="urn:microsoft.com/office/officeart/2008/layout/AlternatingPictureBlocks"/>
    <dgm:cxn modelId="{227538AD-C8D7-47DB-BDB3-313A2DD1D0BD}" type="presOf" srcId="{FF58626A-91E5-4E91-96CD-46C797C58C1B}" destId="{4B7AFCBE-8421-4D67-BAC8-73A197D91E3B}" srcOrd="0" destOrd="0" presId="urn:microsoft.com/office/officeart/2008/layout/AlternatingPictureBlocks"/>
    <dgm:cxn modelId="{F5226949-5E68-436D-9643-B4D4BB0A9944}" srcId="{E4941058-9945-46BC-B6CB-9CA9EAD83DA0}" destId="{FF58626A-91E5-4E91-96CD-46C797C58C1B}" srcOrd="0" destOrd="0" parTransId="{0B75B27B-B464-46DD-B062-F866315DBA60}" sibTransId="{0FF10DA4-725B-474B-93C7-DD5F946B7FB2}"/>
    <dgm:cxn modelId="{CE3BF10D-D789-4892-B0DB-ADFB082C2C04}" srcId="{E4941058-9945-46BC-B6CB-9CA9EAD83DA0}" destId="{7F4A86EE-FC6B-4B5A-9F1B-D9C8D2B875ED}" srcOrd="2" destOrd="0" parTransId="{2D29DEB9-466B-4629-84CC-B8CB7546607E}" sibTransId="{6051F8ED-F066-4863-9351-D044920A82CE}"/>
    <dgm:cxn modelId="{482B85FD-F53B-4912-92FB-7536DDEE061C}" type="presParOf" srcId="{2EE7999B-BDB6-4C07-BFE2-FBD895E54715}" destId="{D7D9B8B9-CA0B-48D9-ACD7-A5268681DE7D}" srcOrd="0" destOrd="0" presId="urn:microsoft.com/office/officeart/2008/layout/AlternatingPictureBlocks"/>
    <dgm:cxn modelId="{94D27922-609D-4EDF-8900-E9468538BFAB}" type="presParOf" srcId="{D7D9B8B9-CA0B-48D9-ACD7-A5268681DE7D}" destId="{4B7AFCBE-8421-4D67-BAC8-73A197D91E3B}" srcOrd="0" destOrd="0" presId="urn:microsoft.com/office/officeart/2008/layout/AlternatingPictureBlocks"/>
    <dgm:cxn modelId="{7F61BCAD-A860-4DC1-84CB-3816CCE44FF2}" type="presParOf" srcId="{D7D9B8B9-CA0B-48D9-ACD7-A5268681DE7D}" destId="{7AEDAE09-D724-41C9-93F2-034287CADB64}" srcOrd="1" destOrd="0" presId="urn:microsoft.com/office/officeart/2008/layout/AlternatingPictureBlocks"/>
    <dgm:cxn modelId="{2F839868-074A-4112-8C71-77C109D39229}" type="presParOf" srcId="{2EE7999B-BDB6-4C07-BFE2-FBD895E54715}" destId="{6C44EA75-EC6A-4FD0-BF4D-F23FD3B773E8}" srcOrd="1" destOrd="0" presId="urn:microsoft.com/office/officeart/2008/layout/AlternatingPictureBlocks"/>
    <dgm:cxn modelId="{0C5AE17B-FEDA-4F4F-AA2D-116310C9711E}" type="presParOf" srcId="{2EE7999B-BDB6-4C07-BFE2-FBD895E54715}" destId="{E6D27474-733E-480F-BC78-F578DFF0D339}" srcOrd="2" destOrd="0" presId="urn:microsoft.com/office/officeart/2008/layout/AlternatingPictureBlocks"/>
    <dgm:cxn modelId="{AEF94B5C-0727-4AEE-8747-EDDDBCFD6B8F}" type="presParOf" srcId="{E6D27474-733E-480F-BC78-F578DFF0D339}" destId="{4F298EAE-9A71-42AF-A174-0711CDDE24D5}" srcOrd="0" destOrd="0" presId="urn:microsoft.com/office/officeart/2008/layout/AlternatingPictureBlocks"/>
    <dgm:cxn modelId="{51F7DD77-1C0B-4E41-A032-3DAE4E06F9EC}" type="presParOf" srcId="{E6D27474-733E-480F-BC78-F578DFF0D339}" destId="{8EC0B652-BC50-4AF5-85A5-B23ABF042888}" srcOrd="1" destOrd="0" presId="urn:microsoft.com/office/officeart/2008/layout/AlternatingPictureBlocks"/>
    <dgm:cxn modelId="{DE1C9791-5844-45D3-83D3-AF7188ED0802}" type="presParOf" srcId="{2EE7999B-BDB6-4C07-BFE2-FBD895E54715}" destId="{24B1DDFD-946C-4651-9382-859245E733A4}" srcOrd="3" destOrd="0" presId="urn:microsoft.com/office/officeart/2008/layout/AlternatingPictureBlocks"/>
    <dgm:cxn modelId="{48C818EE-B427-48C5-BA9D-006937134C98}" type="presParOf" srcId="{2EE7999B-BDB6-4C07-BFE2-FBD895E54715}" destId="{22DC7EDE-DF16-4AF6-A4B3-BB46D1E88697}" srcOrd="4" destOrd="0" presId="urn:microsoft.com/office/officeart/2008/layout/AlternatingPictureBlocks"/>
    <dgm:cxn modelId="{6371AF0D-7E96-46CB-B5CC-6821D84E0F4E}" type="presParOf" srcId="{22DC7EDE-DF16-4AF6-A4B3-BB46D1E88697}" destId="{FD9912F2-468F-4B2B-8199-144354552468}" srcOrd="0" destOrd="0" presId="urn:microsoft.com/office/officeart/2008/layout/AlternatingPictureBlocks"/>
    <dgm:cxn modelId="{D4876013-05E1-4AAF-A77A-C2FEDFFCED41}" type="presParOf" srcId="{22DC7EDE-DF16-4AF6-A4B3-BB46D1E88697}" destId="{7C9B81B2-8BFC-4C83-B5EA-71E9E89C17D6}" srcOrd="1" destOrd="0" presId="urn:microsoft.com/office/officeart/2008/layout/AlternatingPictureBlock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1DA6C0DA-D78D-478D-93BE-C42DAD9D315A}" type="doc">
      <dgm:prSet loTypeId="urn:microsoft.com/office/officeart/2005/8/layout/hList6" loCatId="list" qsTypeId="urn:microsoft.com/office/officeart/2005/8/quickstyle/simple1" qsCatId="simple" csTypeId="urn:microsoft.com/office/officeart/2005/8/colors/accent1_2" csCatId="accent1" phldr="1"/>
      <dgm:spPr>
        <a:scene3d>
          <a:camera prst="orthographicFront">
            <a:rot lat="0" lon="0" rev="0"/>
          </a:camera>
          <a:lightRig rig="contrasting" dir="t">
            <a:rot lat="0" lon="0" rev="1500000"/>
          </a:lightRig>
        </a:scene3d>
      </dgm:spPr>
      <dgm:t>
        <a:bodyPr/>
        <a:lstStyle/>
        <a:p>
          <a:endParaRPr lang="es-MX"/>
        </a:p>
      </dgm:t>
    </dgm:pt>
    <dgm:pt modelId="{4AC0E8E7-C54A-41CB-BD24-59CDD455A827}">
      <dgm:prSet phldrT="[Texto]" custT="1"/>
      <dgm:spPr>
        <a:solidFill>
          <a:srgbClr val="FF66FF"/>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t>
        <a:bodyPr/>
        <a:lstStyle/>
        <a:p>
          <a:r>
            <a:rPr lang="es-ES" sz="1200" b="1" dirty="0" smtClean="0">
              <a:solidFill>
                <a:schemeClr val="bg1"/>
              </a:solidFill>
              <a:latin typeface="Century Gothic" panose="020B0502020202020204" pitchFamily="34" charset="0"/>
              <a:ea typeface="Arial" panose="020B0604020202020204" pitchFamily="34" charset="0"/>
              <a:cs typeface="Arial" panose="020B0604020202020204" pitchFamily="34" charset="0"/>
            </a:rPr>
            <a:t>Identificar y listar todas las acciones que se deben realizar para cumplir con el objetivo.</a:t>
          </a:r>
          <a:endParaRPr lang="es-MX" sz="1200" b="1" dirty="0">
            <a:solidFill>
              <a:schemeClr val="bg1"/>
            </a:solidFill>
            <a:latin typeface="Century Gothic" panose="020B0502020202020204" pitchFamily="34" charset="0"/>
          </a:endParaRPr>
        </a:p>
      </dgm:t>
    </dgm:pt>
    <dgm:pt modelId="{E944DD22-9553-4D55-9DA7-B284C71B708C}" type="parTrans" cxnId="{5CADEF83-CD63-4760-94EE-0BFB332A6B66}">
      <dgm:prSet/>
      <dgm:spPr/>
      <dgm:t>
        <a:bodyPr/>
        <a:lstStyle/>
        <a:p>
          <a:endParaRPr lang="es-MX" b="1">
            <a:latin typeface="Century Gothic" panose="020B0502020202020204" pitchFamily="34" charset="0"/>
          </a:endParaRPr>
        </a:p>
      </dgm:t>
    </dgm:pt>
    <dgm:pt modelId="{A57D5C7A-1888-4463-A2ED-D5B80875D914}" type="sibTrans" cxnId="{5CADEF83-CD63-4760-94EE-0BFB332A6B66}">
      <dgm:prSet/>
      <dgm:spPr/>
      <dgm:t>
        <a:bodyPr/>
        <a:lstStyle/>
        <a:p>
          <a:endParaRPr lang="es-MX" b="1">
            <a:latin typeface="Century Gothic" panose="020B0502020202020204" pitchFamily="34" charset="0"/>
          </a:endParaRPr>
        </a:p>
      </dgm:t>
    </dgm:pt>
    <dgm:pt modelId="{F9848703-F1C5-412F-918F-71A17A47274C}">
      <dgm:prSet phldrT="[Texto]" custT="1"/>
      <dgm:spPr>
        <a:solidFill>
          <a:srgbClr val="FFCCCC"/>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t>
        <a:bodyPr/>
        <a:lstStyle/>
        <a:p>
          <a:r>
            <a:rPr lang="es-ES" sz="1200" b="1" dirty="0" smtClean="0">
              <a:solidFill>
                <a:schemeClr val="accent6">
                  <a:lumMod val="75000"/>
                </a:schemeClr>
              </a:solidFill>
              <a:latin typeface="Century Gothic" panose="020B0502020202020204" pitchFamily="34" charset="0"/>
              <a:ea typeface="Arial" panose="020B0604020202020204" pitchFamily="34" charset="0"/>
              <a:cs typeface="Arial" panose="020B0604020202020204" pitchFamily="34" charset="0"/>
            </a:rPr>
            <a:t>Determinar la secuencia de ejecución de las acciones.</a:t>
          </a:r>
          <a:endParaRPr lang="es-MX" sz="1200" b="1" dirty="0">
            <a:solidFill>
              <a:schemeClr val="accent6">
                <a:lumMod val="75000"/>
              </a:schemeClr>
            </a:solidFill>
            <a:latin typeface="Century Gothic" panose="020B0502020202020204" pitchFamily="34" charset="0"/>
          </a:endParaRPr>
        </a:p>
      </dgm:t>
    </dgm:pt>
    <dgm:pt modelId="{E01DB847-700F-4C85-9B32-E78AA596963F}" type="parTrans" cxnId="{885EAB86-32A9-40D3-836E-8A2896BAA0BD}">
      <dgm:prSet/>
      <dgm:spPr/>
      <dgm:t>
        <a:bodyPr/>
        <a:lstStyle/>
        <a:p>
          <a:endParaRPr lang="es-MX" b="1">
            <a:latin typeface="Century Gothic" panose="020B0502020202020204" pitchFamily="34" charset="0"/>
          </a:endParaRPr>
        </a:p>
      </dgm:t>
    </dgm:pt>
    <dgm:pt modelId="{1E05CC44-27B1-48C4-9CF8-844D372A9914}" type="sibTrans" cxnId="{885EAB86-32A9-40D3-836E-8A2896BAA0BD}">
      <dgm:prSet/>
      <dgm:spPr/>
      <dgm:t>
        <a:bodyPr/>
        <a:lstStyle/>
        <a:p>
          <a:endParaRPr lang="es-MX" b="1">
            <a:latin typeface="Century Gothic" panose="020B0502020202020204" pitchFamily="34" charset="0"/>
          </a:endParaRPr>
        </a:p>
      </dgm:t>
    </dgm:pt>
    <dgm:pt modelId="{B07973DF-4875-4BBF-BEC6-CDC6284F8582}">
      <dgm:prSet phldrT="[Texto]" custT="1"/>
      <dgm:spPr>
        <a:solidFill>
          <a:srgbClr val="FF66FF"/>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t>
        <a:bodyPr/>
        <a:lstStyle/>
        <a:p>
          <a:r>
            <a:rPr lang="es-ES" sz="1400" b="1" dirty="0" smtClean="0">
              <a:solidFill>
                <a:schemeClr val="bg1"/>
              </a:solidFill>
              <a:latin typeface="Century Gothic" panose="020B0502020202020204" pitchFamily="34" charset="0"/>
              <a:ea typeface="Arial" panose="020B0604020202020204" pitchFamily="34" charset="0"/>
              <a:cs typeface="Arial" panose="020B0604020202020204" pitchFamily="34" charset="0"/>
            </a:rPr>
            <a:t>Definir los responsables de ejecutar cada acción.</a:t>
          </a:r>
          <a:endParaRPr lang="es-MX" sz="1400" b="1" dirty="0">
            <a:solidFill>
              <a:schemeClr val="bg1"/>
            </a:solidFill>
            <a:latin typeface="Century Gothic" panose="020B0502020202020204" pitchFamily="34" charset="0"/>
          </a:endParaRPr>
        </a:p>
      </dgm:t>
    </dgm:pt>
    <dgm:pt modelId="{DF743BC4-5108-4997-AD9B-110605902DE6}" type="parTrans" cxnId="{F50989C3-A8DD-4704-94CD-249803A34945}">
      <dgm:prSet/>
      <dgm:spPr/>
      <dgm:t>
        <a:bodyPr/>
        <a:lstStyle/>
        <a:p>
          <a:endParaRPr lang="es-MX" b="1">
            <a:latin typeface="Century Gothic" panose="020B0502020202020204" pitchFamily="34" charset="0"/>
          </a:endParaRPr>
        </a:p>
      </dgm:t>
    </dgm:pt>
    <dgm:pt modelId="{C9B6CFC9-4AA1-4B86-A6DE-E35B2947B0F3}" type="sibTrans" cxnId="{F50989C3-A8DD-4704-94CD-249803A34945}">
      <dgm:prSet/>
      <dgm:spPr/>
      <dgm:t>
        <a:bodyPr/>
        <a:lstStyle/>
        <a:p>
          <a:endParaRPr lang="es-MX" b="1">
            <a:latin typeface="Century Gothic" panose="020B0502020202020204" pitchFamily="34" charset="0"/>
          </a:endParaRPr>
        </a:p>
      </dgm:t>
    </dgm:pt>
    <dgm:pt modelId="{BFDD24A6-DC52-4C5B-B03B-94FF38FCC5AF}">
      <dgm:prSet custT="1"/>
      <dgm:spPr>
        <a:solidFill>
          <a:srgbClr val="FFCCCC"/>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t>
        <a:bodyPr/>
        <a:lstStyle/>
        <a:p>
          <a:r>
            <a:rPr lang="es-ES" sz="1200" b="1" dirty="0" smtClean="0">
              <a:solidFill>
                <a:schemeClr val="accent6">
                  <a:lumMod val="75000"/>
                </a:schemeClr>
              </a:solidFill>
              <a:latin typeface="Century Gothic" panose="020B0502020202020204" pitchFamily="34" charset="0"/>
              <a:ea typeface="Arial" panose="020B0604020202020204" pitchFamily="34" charset="0"/>
              <a:cs typeface="Arial" panose="020B0604020202020204" pitchFamily="34" charset="0"/>
            </a:rPr>
            <a:t>Escoger la unidad de tiempo adecuada para trazar el diagrama.</a:t>
          </a:r>
          <a:endParaRPr lang="es-MX" sz="1200" b="1" u="none" strike="noStrike" spc="0" dirty="0">
            <a:solidFill>
              <a:schemeClr val="accent6">
                <a:lumMod val="75000"/>
              </a:schemeClr>
            </a:solidFill>
            <a:effectLst/>
            <a:latin typeface="Century Gothic" panose="020B0502020202020204" pitchFamily="34" charset="0"/>
            <a:ea typeface="Arial" panose="020B0604020202020204" pitchFamily="34" charset="0"/>
            <a:cs typeface="Arial" panose="020B0604020202020204" pitchFamily="34" charset="0"/>
          </a:endParaRPr>
        </a:p>
      </dgm:t>
    </dgm:pt>
    <dgm:pt modelId="{E314F7E7-A25A-4AAD-B93B-F5E30D9F303F}" type="parTrans" cxnId="{12CFEA46-8528-43A6-B21D-2FAA80AFA5DF}">
      <dgm:prSet/>
      <dgm:spPr/>
      <dgm:t>
        <a:bodyPr/>
        <a:lstStyle/>
        <a:p>
          <a:endParaRPr lang="es-MX" b="1">
            <a:latin typeface="Century Gothic" panose="020B0502020202020204" pitchFamily="34" charset="0"/>
          </a:endParaRPr>
        </a:p>
      </dgm:t>
    </dgm:pt>
    <dgm:pt modelId="{6479648B-E295-4CA8-B757-7D79C1F11F39}" type="sibTrans" cxnId="{12CFEA46-8528-43A6-B21D-2FAA80AFA5DF}">
      <dgm:prSet/>
      <dgm:spPr/>
      <dgm:t>
        <a:bodyPr/>
        <a:lstStyle/>
        <a:p>
          <a:endParaRPr lang="es-MX" b="1">
            <a:latin typeface="Century Gothic" panose="020B0502020202020204" pitchFamily="34" charset="0"/>
          </a:endParaRPr>
        </a:p>
      </dgm:t>
    </dgm:pt>
    <dgm:pt modelId="{0057F0D3-7F2A-4810-AF06-A4FFF6BF0E32}">
      <dgm:prSet custT="1"/>
      <dgm:spPr>
        <a:solidFill>
          <a:srgbClr val="FF66FF"/>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t>
        <a:bodyPr/>
        <a:lstStyle/>
        <a:p>
          <a:r>
            <a:rPr lang="es-ES" sz="1200" b="1" dirty="0" smtClean="0">
              <a:solidFill>
                <a:schemeClr val="bg1"/>
              </a:solidFill>
              <a:latin typeface="Century Gothic" panose="020B0502020202020204" pitchFamily="34" charset="0"/>
              <a:ea typeface="Arial" panose="020B0604020202020204" pitchFamily="34" charset="0"/>
              <a:cs typeface="Arial" panose="020B0604020202020204" pitchFamily="34" charset="0"/>
            </a:rPr>
            <a:t>Estimar el tiempo que se requiere para ejecutar cada acción.</a:t>
          </a:r>
          <a:endParaRPr lang="es-MX" sz="1200" b="1" u="none" strike="noStrike" spc="0" dirty="0">
            <a:solidFill>
              <a:schemeClr val="bg1"/>
            </a:solidFill>
            <a:effectLst/>
            <a:latin typeface="Century Gothic" panose="020B0502020202020204" pitchFamily="34" charset="0"/>
            <a:ea typeface="Arial" panose="020B0604020202020204" pitchFamily="34" charset="0"/>
            <a:cs typeface="Arial" panose="020B0604020202020204" pitchFamily="34" charset="0"/>
          </a:endParaRPr>
        </a:p>
      </dgm:t>
    </dgm:pt>
    <dgm:pt modelId="{6F014C62-1B9A-493B-B6BF-2BFAA6B3155A}" type="parTrans" cxnId="{E15F1FD1-C33A-4847-846A-F40C62C72A0B}">
      <dgm:prSet/>
      <dgm:spPr/>
      <dgm:t>
        <a:bodyPr/>
        <a:lstStyle/>
        <a:p>
          <a:endParaRPr lang="es-MX" b="1">
            <a:latin typeface="Century Gothic" panose="020B0502020202020204" pitchFamily="34" charset="0"/>
          </a:endParaRPr>
        </a:p>
      </dgm:t>
    </dgm:pt>
    <dgm:pt modelId="{63506BEE-5055-4724-8638-FDFADC5DE39C}" type="sibTrans" cxnId="{E15F1FD1-C33A-4847-846A-F40C62C72A0B}">
      <dgm:prSet/>
      <dgm:spPr/>
      <dgm:t>
        <a:bodyPr/>
        <a:lstStyle/>
        <a:p>
          <a:endParaRPr lang="es-MX" b="1">
            <a:latin typeface="Century Gothic" panose="020B0502020202020204" pitchFamily="34" charset="0"/>
          </a:endParaRPr>
        </a:p>
      </dgm:t>
    </dgm:pt>
    <dgm:pt modelId="{337302C4-3FA9-4B93-83FA-A8683B9213AA}">
      <dgm:prSet custT="1"/>
      <dgm:spPr>
        <a:solidFill>
          <a:srgbClr val="FFCCCC"/>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t>
        <a:bodyPr/>
        <a:lstStyle/>
        <a:p>
          <a:r>
            <a:rPr lang="es-MX" sz="1200" b="1" dirty="0" smtClean="0">
              <a:solidFill>
                <a:schemeClr val="accent6">
                  <a:lumMod val="75000"/>
                </a:schemeClr>
              </a:solidFill>
              <a:latin typeface="Century Gothic" panose="020B0502020202020204" pitchFamily="34" charset="0"/>
              <a:ea typeface="Arial Unicode MS" panose="020B0604020202020204" pitchFamily="34" charset="-128"/>
              <a:cs typeface="Arial Unicode MS" panose="020B0604020202020204" pitchFamily="34" charset="-128"/>
            </a:rPr>
            <a:t>Trasladar la información anterior a las ubicaciones correspondientes en el diagrama.</a:t>
          </a:r>
          <a:endParaRPr lang="es-MX" sz="1200" b="1" dirty="0">
            <a:solidFill>
              <a:schemeClr val="accent6">
                <a:lumMod val="75000"/>
              </a:schemeClr>
            </a:solidFill>
            <a:latin typeface="Century Gothic" panose="020B0502020202020204" pitchFamily="34" charset="0"/>
          </a:endParaRPr>
        </a:p>
      </dgm:t>
    </dgm:pt>
    <dgm:pt modelId="{3D11BAFD-34C1-465A-AA53-9B70209D83FA}" type="parTrans" cxnId="{08E39D3A-A2FE-4999-9F4F-9B3C5C670B24}">
      <dgm:prSet/>
      <dgm:spPr/>
      <dgm:t>
        <a:bodyPr/>
        <a:lstStyle/>
        <a:p>
          <a:endParaRPr lang="es-MX" b="1">
            <a:latin typeface="Century Gothic" panose="020B0502020202020204" pitchFamily="34" charset="0"/>
          </a:endParaRPr>
        </a:p>
      </dgm:t>
    </dgm:pt>
    <dgm:pt modelId="{865BEBDA-E4CB-4D05-9953-AA9AAFEF6077}" type="sibTrans" cxnId="{08E39D3A-A2FE-4999-9F4F-9B3C5C670B24}">
      <dgm:prSet/>
      <dgm:spPr/>
      <dgm:t>
        <a:bodyPr/>
        <a:lstStyle/>
        <a:p>
          <a:endParaRPr lang="es-MX" b="1">
            <a:latin typeface="Century Gothic" panose="020B0502020202020204" pitchFamily="34" charset="0"/>
          </a:endParaRPr>
        </a:p>
      </dgm:t>
    </dgm:pt>
    <dgm:pt modelId="{3E942750-23A3-4EFC-BE39-3D58E811CFB7}" type="pres">
      <dgm:prSet presAssocID="{1DA6C0DA-D78D-478D-93BE-C42DAD9D315A}" presName="Name0" presStyleCnt="0">
        <dgm:presLayoutVars>
          <dgm:dir/>
          <dgm:resizeHandles val="exact"/>
        </dgm:presLayoutVars>
      </dgm:prSet>
      <dgm:spPr/>
      <dgm:t>
        <a:bodyPr/>
        <a:lstStyle/>
        <a:p>
          <a:endParaRPr lang="es-MX"/>
        </a:p>
      </dgm:t>
    </dgm:pt>
    <dgm:pt modelId="{F600C373-CF0D-49F8-8BC4-511CC351FD81}" type="pres">
      <dgm:prSet presAssocID="{4AC0E8E7-C54A-41CB-BD24-59CDD455A827}" presName="node" presStyleLbl="node1" presStyleIdx="0" presStyleCnt="6" custLinFactNeighborY="-212">
        <dgm:presLayoutVars>
          <dgm:bulletEnabled val="1"/>
        </dgm:presLayoutVars>
      </dgm:prSet>
      <dgm:spPr/>
      <dgm:t>
        <a:bodyPr/>
        <a:lstStyle/>
        <a:p>
          <a:endParaRPr lang="es-MX"/>
        </a:p>
      </dgm:t>
    </dgm:pt>
    <dgm:pt modelId="{36160314-D108-4190-A10D-E15D4EAA22F4}" type="pres">
      <dgm:prSet presAssocID="{A57D5C7A-1888-4463-A2ED-D5B80875D914}" presName="sibTrans" presStyleCnt="0"/>
      <dgm:spPr>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t>
        <a:bodyPr/>
        <a:lstStyle/>
        <a:p>
          <a:endParaRPr lang="es-ES"/>
        </a:p>
      </dgm:t>
    </dgm:pt>
    <dgm:pt modelId="{BA70BAC2-D87D-41D0-A554-FCE71246EE8D}" type="pres">
      <dgm:prSet presAssocID="{F9848703-F1C5-412F-918F-71A17A47274C}" presName="node" presStyleLbl="node1" presStyleIdx="1" presStyleCnt="6" custLinFactNeighborX="8878" custLinFactNeighborY="0">
        <dgm:presLayoutVars>
          <dgm:bulletEnabled val="1"/>
        </dgm:presLayoutVars>
      </dgm:prSet>
      <dgm:spPr/>
      <dgm:t>
        <a:bodyPr/>
        <a:lstStyle/>
        <a:p>
          <a:endParaRPr lang="es-MX"/>
        </a:p>
      </dgm:t>
    </dgm:pt>
    <dgm:pt modelId="{41AD3CA1-EC37-4E78-8F6F-48C5F94377F8}" type="pres">
      <dgm:prSet presAssocID="{1E05CC44-27B1-48C4-9CF8-844D372A9914}" presName="sibTrans" presStyleCnt="0"/>
      <dgm:spPr>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t>
        <a:bodyPr/>
        <a:lstStyle/>
        <a:p>
          <a:endParaRPr lang="es-ES"/>
        </a:p>
      </dgm:t>
    </dgm:pt>
    <dgm:pt modelId="{966FE9BB-B358-41F4-B11E-DF20FC96155F}" type="pres">
      <dgm:prSet presAssocID="{B07973DF-4875-4BBF-BEC6-CDC6284F8582}" presName="node" presStyleLbl="node1" presStyleIdx="2" presStyleCnt="6">
        <dgm:presLayoutVars>
          <dgm:bulletEnabled val="1"/>
        </dgm:presLayoutVars>
      </dgm:prSet>
      <dgm:spPr/>
      <dgm:t>
        <a:bodyPr/>
        <a:lstStyle/>
        <a:p>
          <a:endParaRPr lang="es-MX"/>
        </a:p>
      </dgm:t>
    </dgm:pt>
    <dgm:pt modelId="{C8DD744F-E109-464F-A5CF-B3A3201274B8}" type="pres">
      <dgm:prSet presAssocID="{C9B6CFC9-4AA1-4B86-A6DE-E35B2947B0F3}" presName="sibTrans" presStyleCnt="0"/>
      <dgm:spPr>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t>
        <a:bodyPr/>
        <a:lstStyle/>
        <a:p>
          <a:endParaRPr lang="es-ES"/>
        </a:p>
      </dgm:t>
    </dgm:pt>
    <dgm:pt modelId="{1810F19B-A592-4703-82EC-68AEE4CDF72D}" type="pres">
      <dgm:prSet presAssocID="{BFDD24A6-DC52-4C5B-B03B-94FF38FCC5AF}" presName="node" presStyleLbl="node1" presStyleIdx="3" presStyleCnt="6" custLinFactNeighborX="25290" custLinFactNeighborY="0">
        <dgm:presLayoutVars>
          <dgm:bulletEnabled val="1"/>
        </dgm:presLayoutVars>
      </dgm:prSet>
      <dgm:spPr/>
      <dgm:t>
        <a:bodyPr/>
        <a:lstStyle/>
        <a:p>
          <a:endParaRPr lang="es-MX"/>
        </a:p>
      </dgm:t>
    </dgm:pt>
    <dgm:pt modelId="{C27E3D15-9651-4EE8-B277-025939FFCCB8}" type="pres">
      <dgm:prSet presAssocID="{6479648B-E295-4CA8-B757-7D79C1F11F39}" presName="sibTrans" presStyleCnt="0"/>
      <dgm:spPr>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t>
        <a:bodyPr/>
        <a:lstStyle/>
        <a:p>
          <a:endParaRPr lang="es-ES"/>
        </a:p>
      </dgm:t>
    </dgm:pt>
    <dgm:pt modelId="{BF9641E4-4A4C-46BC-BC15-EC544AD597F2}" type="pres">
      <dgm:prSet presAssocID="{0057F0D3-7F2A-4810-AF06-A4FFF6BF0E32}" presName="node" presStyleLbl="node1" presStyleIdx="4" presStyleCnt="6">
        <dgm:presLayoutVars>
          <dgm:bulletEnabled val="1"/>
        </dgm:presLayoutVars>
      </dgm:prSet>
      <dgm:spPr/>
      <dgm:t>
        <a:bodyPr/>
        <a:lstStyle/>
        <a:p>
          <a:endParaRPr lang="es-MX"/>
        </a:p>
      </dgm:t>
    </dgm:pt>
    <dgm:pt modelId="{68207BC5-2188-41F1-BD8B-A94DB4FF97EC}" type="pres">
      <dgm:prSet presAssocID="{63506BEE-5055-4724-8638-FDFADC5DE39C}" presName="sibTrans" presStyleCnt="0"/>
      <dgm:spPr>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t>
        <a:bodyPr/>
        <a:lstStyle/>
        <a:p>
          <a:endParaRPr lang="es-ES"/>
        </a:p>
      </dgm:t>
    </dgm:pt>
    <dgm:pt modelId="{C0C9BCE7-3A34-47C8-925E-BF0F66F3216D}" type="pres">
      <dgm:prSet presAssocID="{337302C4-3FA9-4B93-83FA-A8683B9213AA}" presName="node" presStyleLbl="node1" presStyleIdx="5" presStyleCnt="6" custLinFactNeighborX="-35438">
        <dgm:presLayoutVars>
          <dgm:bulletEnabled val="1"/>
        </dgm:presLayoutVars>
      </dgm:prSet>
      <dgm:spPr/>
      <dgm:t>
        <a:bodyPr/>
        <a:lstStyle/>
        <a:p>
          <a:endParaRPr lang="es-MX"/>
        </a:p>
      </dgm:t>
    </dgm:pt>
  </dgm:ptLst>
  <dgm:cxnLst>
    <dgm:cxn modelId="{B6609B35-287A-4F54-8906-AEDA07316230}" type="presOf" srcId="{0057F0D3-7F2A-4810-AF06-A4FFF6BF0E32}" destId="{BF9641E4-4A4C-46BC-BC15-EC544AD597F2}" srcOrd="0" destOrd="0" presId="urn:microsoft.com/office/officeart/2005/8/layout/hList6"/>
    <dgm:cxn modelId="{2160C1BC-B5F2-45BF-A5C3-63C5E117F177}" type="presOf" srcId="{337302C4-3FA9-4B93-83FA-A8683B9213AA}" destId="{C0C9BCE7-3A34-47C8-925E-BF0F66F3216D}" srcOrd="0" destOrd="0" presId="urn:microsoft.com/office/officeart/2005/8/layout/hList6"/>
    <dgm:cxn modelId="{7B87304E-5BBB-453C-959C-D0C9E899A130}" type="presOf" srcId="{1DA6C0DA-D78D-478D-93BE-C42DAD9D315A}" destId="{3E942750-23A3-4EFC-BE39-3D58E811CFB7}" srcOrd="0" destOrd="0" presId="urn:microsoft.com/office/officeart/2005/8/layout/hList6"/>
    <dgm:cxn modelId="{E15F1FD1-C33A-4847-846A-F40C62C72A0B}" srcId="{1DA6C0DA-D78D-478D-93BE-C42DAD9D315A}" destId="{0057F0D3-7F2A-4810-AF06-A4FFF6BF0E32}" srcOrd="4" destOrd="0" parTransId="{6F014C62-1B9A-493B-B6BF-2BFAA6B3155A}" sibTransId="{63506BEE-5055-4724-8638-FDFADC5DE39C}"/>
    <dgm:cxn modelId="{F50989C3-A8DD-4704-94CD-249803A34945}" srcId="{1DA6C0DA-D78D-478D-93BE-C42DAD9D315A}" destId="{B07973DF-4875-4BBF-BEC6-CDC6284F8582}" srcOrd="2" destOrd="0" parTransId="{DF743BC4-5108-4997-AD9B-110605902DE6}" sibTransId="{C9B6CFC9-4AA1-4B86-A6DE-E35B2947B0F3}"/>
    <dgm:cxn modelId="{0B2FC8BE-7703-4C85-9442-EE42388D7459}" type="presOf" srcId="{B07973DF-4875-4BBF-BEC6-CDC6284F8582}" destId="{966FE9BB-B358-41F4-B11E-DF20FC96155F}" srcOrd="0" destOrd="0" presId="urn:microsoft.com/office/officeart/2005/8/layout/hList6"/>
    <dgm:cxn modelId="{8C2E1CEF-41A4-439D-AC05-69F70DE11751}" type="presOf" srcId="{4AC0E8E7-C54A-41CB-BD24-59CDD455A827}" destId="{F600C373-CF0D-49F8-8BC4-511CC351FD81}" srcOrd="0" destOrd="0" presId="urn:microsoft.com/office/officeart/2005/8/layout/hList6"/>
    <dgm:cxn modelId="{305AF6C3-72EB-4E3E-BDB7-255C791DCEA5}" type="presOf" srcId="{F9848703-F1C5-412F-918F-71A17A47274C}" destId="{BA70BAC2-D87D-41D0-A554-FCE71246EE8D}" srcOrd="0" destOrd="0" presId="urn:microsoft.com/office/officeart/2005/8/layout/hList6"/>
    <dgm:cxn modelId="{885EAB86-32A9-40D3-836E-8A2896BAA0BD}" srcId="{1DA6C0DA-D78D-478D-93BE-C42DAD9D315A}" destId="{F9848703-F1C5-412F-918F-71A17A47274C}" srcOrd="1" destOrd="0" parTransId="{E01DB847-700F-4C85-9B32-E78AA596963F}" sibTransId="{1E05CC44-27B1-48C4-9CF8-844D372A9914}"/>
    <dgm:cxn modelId="{93BA2EFB-FA8E-4088-8BE6-3034CB52E880}" type="presOf" srcId="{BFDD24A6-DC52-4C5B-B03B-94FF38FCC5AF}" destId="{1810F19B-A592-4703-82EC-68AEE4CDF72D}" srcOrd="0" destOrd="0" presId="urn:microsoft.com/office/officeart/2005/8/layout/hList6"/>
    <dgm:cxn modelId="{12CFEA46-8528-43A6-B21D-2FAA80AFA5DF}" srcId="{1DA6C0DA-D78D-478D-93BE-C42DAD9D315A}" destId="{BFDD24A6-DC52-4C5B-B03B-94FF38FCC5AF}" srcOrd="3" destOrd="0" parTransId="{E314F7E7-A25A-4AAD-B93B-F5E30D9F303F}" sibTransId="{6479648B-E295-4CA8-B757-7D79C1F11F39}"/>
    <dgm:cxn modelId="{08E39D3A-A2FE-4999-9F4F-9B3C5C670B24}" srcId="{1DA6C0DA-D78D-478D-93BE-C42DAD9D315A}" destId="{337302C4-3FA9-4B93-83FA-A8683B9213AA}" srcOrd="5" destOrd="0" parTransId="{3D11BAFD-34C1-465A-AA53-9B70209D83FA}" sibTransId="{865BEBDA-E4CB-4D05-9953-AA9AAFEF6077}"/>
    <dgm:cxn modelId="{5CADEF83-CD63-4760-94EE-0BFB332A6B66}" srcId="{1DA6C0DA-D78D-478D-93BE-C42DAD9D315A}" destId="{4AC0E8E7-C54A-41CB-BD24-59CDD455A827}" srcOrd="0" destOrd="0" parTransId="{E944DD22-9553-4D55-9DA7-B284C71B708C}" sibTransId="{A57D5C7A-1888-4463-A2ED-D5B80875D914}"/>
    <dgm:cxn modelId="{889470B8-683A-4D69-8D64-1408B3E068E3}" type="presParOf" srcId="{3E942750-23A3-4EFC-BE39-3D58E811CFB7}" destId="{F600C373-CF0D-49F8-8BC4-511CC351FD81}" srcOrd="0" destOrd="0" presId="urn:microsoft.com/office/officeart/2005/8/layout/hList6"/>
    <dgm:cxn modelId="{2023FA63-0DC8-4623-8353-99E5CA06D41C}" type="presParOf" srcId="{3E942750-23A3-4EFC-BE39-3D58E811CFB7}" destId="{36160314-D108-4190-A10D-E15D4EAA22F4}" srcOrd="1" destOrd="0" presId="urn:microsoft.com/office/officeart/2005/8/layout/hList6"/>
    <dgm:cxn modelId="{3DFD9762-BAD5-48B4-AD1A-E12473D280AE}" type="presParOf" srcId="{3E942750-23A3-4EFC-BE39-3D58E811CFB7}" destId="{BA70BAC2-D87D-41D0-A554-FCE71246EE8D}" srcOrd="2" destOrd="0" presId="urn:microsoft.com/office/officeart/2005/8/layout/hList6"/>
    <dgm:cxn modelId="{400074D1-D716-41F8-B16A-E13BD43F153F}" type="presParOf" srcId="{3E942750-23A3-4EFC-BE39-3D58E811CFB7}" destId="{41AD3CA1-EC37-4E78-8F6F-48C5F94377F8}" srcOrd="3" destOrd="0" presId="urn:microsoft.com/office/officeart/2005/8/layout/hList6"/>
    <dgm:cxn modelId="{B124EA56-C570-47A1-8EB6-6697832D5128}" type="presParOf" srcId="{3E942750-23A3-4EFC-BE39-3D58E811CFB7}" destId="{966FE9BB-B358-41F4-B11E-DF20FC96155F}" srcOrd="4" destOrd="0" presId="urn:microsoft.com/office/officeart/2005/8/layout/hList6"/>
    <dgm:cxn modelId="{057227E7-365C-451D-A578-D8B37D4AF564}" type="presParOf" srcId="{3E942750-23A3-4EFC-BE39-3D58E811CFB7}" destId="{C8DD744F-E109-464F-A5CF-B3A3201274B8}" srcOrd="5" destOrd="0" presId="urn:microsoft.com/office/officeart/2005/8/layout/hList6"/>
    <dgm:cxn modelId="{94023523-10F1-4311-9CAD-8421DB5477E5}" type="presParOf" srcId="{3E942750-23A3-4EFC-BE39-3D58E811CFB7}" destId="{1810F19B-A592-4703-82EC-68AEE4CDF72D}" srcOrd="6" destOrd="0" presId="urn:microsoft.com/office/officeart/2005/8/layout/hList6"/>
    <dgm:cxn modelId="{9480CF7F-D992-461E-8C21-97D93958051B}" type="presParOf" srcId="{3E942750-23A3-4EFC-BE39-3D58E811CFB7}" destId="{C27E3D15-9651-4EE8-B277-025939FFCCB8}" srcOrd="7" destOrd="0" presId="urn:microsoft.com/office/officeart/2005/8/layout/hList6"/>
    <dgm:cxn modelId="{53755091-E726-4C10-A428-83383DA217B1}" type="presParOf" srcId="{3E942750-23A3-4EFC-BE39-3D58E811CFB7}" destId="{BF9641E4-4A4C-46BC-BC15-EC544AD597F2}" srcOrd="8" destOrd="0" presId="urn:microsoft.com/office/officeart/2005/8/layout/hList6"/>
    <dgm:cxn modelId="{AB3FF89D-E21D-42EE-AFC3-665876DC65EA}" type="presParOf" srcId="{3E942750-23A3-4EFC-BE39-3D58E811CFB7}" destId="{68207BC5-2188-41F1-BD8B-A94DB4FF97EC}" srcOrd="9" destOrd="0" presId="urn:microsoft.com/office/officeart/2005/8/layout/hList6"/>
    <dgm:cxn modelId="{7D4D680F-EAD5-4CCE-985A-5B235363C2D5}" type="presParOf" srcId="{3E942750-23A3-4EFC-BE39-3D58E811CFB7}" destId="{C0C9BCE7-3A34-47C8-925E-BF0F66F3216D}" srcOrd="10" destOrd="0" presId="urn:microsoft.com/office/officeart/2005/8/layout/h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279E94-B2CD-4871-AE25-F23EA14929D6}">
      <dsp:nvSpPr>
        <dsp:cNvPr id="0" name=""/>
        <dsp:cNvSpPr/>
      </dsp:nvSpPr>
      <dsp:spPr>
        <a:xfrm rot="10800000">
          <a:off x="1586519" y="42"/>
          <a:ext cx="5823826" cy="478462"/>
        </a:xfrm>
        <a:prstGeom prst="homePlate">
          <a:avLst/>
        </a:prstGeom>
        <a:solidFill>
          <a:schemeClr val="accent6">
            <a:shade val="50000"/>
            <a:hueOff val="0"/>
            <a:satOff val="0"/>
            <a:lumOff val="0"/>
            <a:alphaOff val="0"/>
          </a:schemeClr>
        </a:solidFill>
        <a:ln w="25400" cap="flat" cmpd="sng" algn="ctr">
          <a:solidFill>
            <a:schemeClr val="lt1">
              <a:hueOff val="0"/>
              <a:satOff val="0"/>
              <a:lumOff val="0"/>
              <a:alphaOff val="0"/>
            </a:schemeClr>
          </a:solidFill>
          <a:prstDash val="solid"/>
        </a:ln>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2">
          <a:scrgbClr r="0" g="0" b="0"/>
        </a:lnRef>
        <a:fillRef idx="1">
          <a:scrgbClr r="0" g="0" b="0"/>
        </a:fillRef>
        <a:effectRef idx="0">
          <a:scrgbClr r="0" g="0" b="0"/>
        </a:effectRef>
        <a:fontRef idx="minor">
          <a:schemeClr val="lt1"/>
        </a:fontRef>
      </dsp:style>
      <dsp:txBody>
        <a:bodyPr spcFirstLastPara="0" vert="horz" wrap="square" lIns="210989" tIns="53340" rIns="99568" bIns="53340" numCol="1" spcCol="1270" anchor="ctr" anchorCtr="0">
          <a:noAutofit/>
        </a:bodyPr>
        <a:lstStyle/>
        <a:p>
          <a:pPr lvl="0" algn="ctr" defTabSz="622300" rtl="0">
            <a:lnSpc>
              <a:spcPct val="90000"/>
            </a:lnSpc>
            <a:spcBef>
              <a:spcPct val="0"/>
            </a:spcBef>
            <a:spcAft>
              <a:spcPct val="35000"/>
            </a:spcAft>
          </a:pPr>
          <a:r>
            <a:rPr lang="es-MX" sz="1400" b="1" kern="1200" dirty="0" smtClean="0">
              <a:latin typeface="Century Gothic" panose="020B0502020202020204" pitchFamily="34" charset="0"/>
            </a:rPr>
            <a:t>La información es cualitativa o cuantitativa.</a:t>
          </a:r>
          <a:endParaRPr lang="es-MX" sz="1400" b="1" kern="1200" dirty="0">
            <a:latin typeface="Century Gothic" panose="020B0502020202020204" pitchFamily="34" charset="0"/>
          </a:endParaRPr>
        </a:p>
      </dsp:txBody>
      <dsp:txXfrm rot="10800000">
        <a:off x="1706134" y="42"/>
        <a:ext cx="5704211" cy="478462"/>
      </dsp:txXfrm>
    </dsp:sp>
    <dsp:sp modelId="{684CBD7D-86D2-4B28-9D6D-1FDE8088970B}">
      <dsp:nvSpPr>
        <dsp:cNvPr id="0" name=""/>
        <dsp:cNvSpPr/>
      </dsp:nvSpPr>
      <dsp:spPr>
        <a:xfrm>
          <a:off x="1347288" y="42"/>
          <a:ext cx="478462" cy="478462"/>
        </a:xfrm>
        <a:prstGeom prst="ellipse">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t="-2000" b="-2000"/>
          </a:stretch>
        </a:blipFill>
        <a:ln w="25400" cap="flat" cmpd="sng" algn="ctr">
          <a:solidFill>
            <a:schemeClr val="lt1">
              <a:hueOff val="0"/>
              <a:satOff val="0"/>
              <a:lumOff val="0"/>
              <a:alphaOff val="0"/>
            </a:schemeClr>
          </a:solidFill>
          <a:prstDash val="solid"/>
        </a:ln>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2">
          <a:scrgbClr r="0" g="0" b="0"/>
        </a:lnRef>
        <a:fillRef idx="1">
          <a:scrgbClr r="0" g="0" b="0"/>
        </a:fillRef>
        <a:effectRef idx="0">
          <a:scrgbClr r="0" g="0" b="0"/>
        </a:effectRef>
        <a:fontRef idx="minor"/>
      </dsp:style>
    </dsp:sp>
    <dsp:sp modelId="{4BE6CE4D-3B8B-47B2-A7B8-B91D20D1F7EA}">
      <dsp:nvSpPr>
        <dsp:cNvPr id="0" name=""/>
        <dsp:cNvSpPr/>
      </dsp:nvSpPr>
      <dsp:spPr>
        <a:xfrm rot="10800000">
          <a:off x="1586519" y="621330"/>
          <a:ext cx="5823826" cy="478462"/>
        </a:xfrm>
        <a:prstGeom prst="homePlate">
          <a:avLst/>
        </a:prstGeom>
        <a:solidFill>
          <a:schemeClr val="accent6">
            <a:shade val="50000"/>
            <a:hueOff val="108545"/>
            <a:satOff val="210"/>
            <a:lumOff val="11896"/>
            <a:alphaOff val="0"/>
          </a:schemeClr>
        </a:solidFill>
        <a:ln w="25400" cap="flat" cmpd="sng" algn="ctr">
          <a:solidFill>
            <a:schemeClr val="lt1">
              <a:hueOff val="0"/>
              <a:satOff val="0"/>
              <a:lumOff val="0"/>
              <a:alphaOff val="0"/>
            </a:schemeClr>
          </a:solidFill>
          <a:prstDash val="solid"/>
        </a:ln>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2">
          <a:scrgbClr r="0" g="0" b="0"/>
        </a:lnRef>
        <a:fillRef idx="1">
          <a:scrgbClr r="0" g="0" b="0"/>
        </a:fillRef>
        <a:effectRef idx="0">
          <a:scrgbClr r="0" g="0" b="0"/>
        </a:effectRef>
        <a:fontRef idx="minor">
          <a:schemeClr val="lt1"/>
        </a:fontRef>
      </dsp:style>
      <dsp:txBody>
        <a:bodyPr spcFirstLastPara="0" vert="horz" wrap="square" lIns="210989" tIns="53340" rIns="99568" bIns="53340" numCol="1" spcCol="1270" anchor="ctr" anchorCtr="0">
          <a:noAutofit/>
        </a:bodyPr>
        <a:lstStyle/>
        <a:p>
          <a:pPr lvl="0" algn="ctr" defTabSz="622300" rtl="0">
            <a:lnSpc>
              <a:spcPct val="90000"/>
            </a:lnSpc>
            <a:spcBef>
              <a:spcPct val="0"/>
            </a:spcBef>
            <a:spcAft>
              <a:spcPct val="35000"/>
            </a:spcAft>
          </a:pPr>
          <a:r>
            <a:rPr lang="es-MX" sz="1400" b="1" kern="1200" dirty="0" smtClean="0">
              <a:latin typeface="Century Gothic" panose="020B0502020202020204" pitchFamily="34" charset="0"/>
            </a:rPr>
            <a:t>Cómo se recogerán los datos y en qué tipo de documentos se hará.</a:t>
          </a:r>
          <a:endParaRPr lang="es-MX" sz="1400" b="1" kern="1200" dirty="0">
            <a:latin typeface="Century Gothic" panose="020B0502020202020204" pitchFamily="34" charset="0"/>
          </a:endParaRPr>
        </a:p>
      </dsp:txBody>
      <dsp:txXfrm rot="10800000">
        <a:off x="1706134" y="621330"/>
        <a:ext cx="5704211" cy="478462"/>
      </dsp:txXfrm>
    </dsp:sp>
    <dsp:sp modelId="{52048D92-3A5A-4290-A02E-FB16E2DD4685}">
      <dsp:nvSpPr>
        <dsp:cNvPr id="0" name=""/>
        <dsp:cNvSpPr/>
      </dsp:nvSpPr>
      <dsp:spPr>
        <a:xfrm>
          <a:off x="1347288" y="621330"/>
          <a:ext cx="478462" cy="478462"/>
        </a:xfrm>
        <a:prstGeom prst="ellipse">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l="-23000" r="-23000"/>
          </a:stretch>
        </a:blipFill>
        <a:ln w="25400" cap="flat" cmpd="sng" algn="ctr">
          <a:solidFill>
            <a:schemeClr val="lt1">
              <a:hueOff val="0"/>
              <a:satOff val="0"/>
              <a:lumOff val="0"/>
              <a:alphaOff val="0"/>
            </a:schemeClr>
          </a:solidFill>
          <a:prstDash val="solid"/>
        </a:ln>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2">
          <a:scrgbClr r="0" g="0" b="0"/>
        </a:lnRef>
        <a:fillRef idx="1">
          <a:scrgbClr r="0" g="0" b="0"/>
        </a:fillRef>
        <a:effectRef idx="0">
          <a:scrgbClr r="0" g="0" b="0"/>
        </a:effectRef>
        <a:fontRef idx="minor"/>
      </dsp:style>
    </dsp:sp>
    <dsp:sp modelId="{AD9618B4-0FB1-40B6-9396-D8A684D57B31}">
      <dsp:nvSpPr>
        <dsp:cNvPr id="0" name=""/>
        <dsp:cNvSpPr/>
      </dsp:nvSpPr>
      <dsp:spPr>
        <a:xfrm rot="10800000">
          <a:off x="1586519" y="1242617"/>
          <a:ext cx="5823826" cy="478462"/>
        </a:xfrm>
        <a:prstGeom prst="homePlate">
          <a:avLst/>
        </a:prstGeom>
        <a:solidFill>
          <a:schemeClr val="accent6">
            <a:shade val="50000"/>
            <a:hueOff val="217090"/>
            <a:satOff val="421"/>
            <a:lumOff val="23791"/>
            <a:alphaOff val="0"/>
          </a:schemeClr>
        </a:solidFill>
        <a:ln w="25400" cap="flat" cmpd="sng" algn="ctr">
          <a:solidFill>
            <a:schemeClr val="lt1">
              <a:hueOff val="0"/>
              <a:satOff val="0"/>
              <a:lumOff val="0"/>
              <a:alphaOff val="0"/>
            </a:schemeClr>
          </a:solidFill>
          <a:prstDash val="solid"/>
        </a:ln>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2">
          <a:scrgbClr r="0" g="0" b="0"/>
        </a:lnRef>
        <a:fillRef idx="1">
          <a:scrgbClr r="0" g="0" b="0"/>
        </a:fillRef>
        <a:effectRef idx="0">
          <a:scrgbClr r="0" g="0" b="0"/>
        </a:effectRef>
        <a:fontRef idx="minor">
          <a:schemeClr val="lt1"/>
        </a:fontRef>
      </dsp:style>
      <dsp:txBody>
        <a:bodyPr spcFirstLastPara="0" vert="horz" wrap="square" lIns="210989" tIns="53340" rIns="99568" bIns="53340" numCol="1" spcCol="1270" anchor="ctr" anchorCtr="0">
          <a:noAutofit/>
        </a:bodyPr>
        <a:lstStyle/>
        <a:p>
          <a:pPr lvl="0" algn="ctr" defTabSz="622300" rtl="0">
            <a:lnSpc>
              <a:spcPct val="90000"/>
            </a:lnSpc>
            <a:spcBef>
              <a:spcPct val="0"/>
            </a:spcBef>
            <a:spcAft>
              <a:spcPct val="35000"/>
            </a:spcAft>
          </a:pPr>
          <a:r>
            <a:rPr lang="es-MX" sz="1400" b="1" kern="1200" dirty="0" smtClean="0">
              <a:latin typeface="Century Gothic" panose="020B0502020202020204" pitchFamily="34" charset="0"/>
            </a:rPr>
            <a:t>Cómo se utilizará la información recopilada.</a:t>
          </a:r>
          <a:endParaRPr lang="es-MX" sz="1400" b="1" kern="1200" dirty="0">
            <a:latin typeface="Century Gothic" panose="020B0502020202020204" pitchFamily="34" charset="0"/>
          </a:endParaRPr>
        </a:p>
      </dsp:txBody>
      <dsp:txXfrm rot="10800000">
        <a:off x="1706134" y="1242617"/>
        <a:ext cx="5704211" cy="478462"/>
      </dsp:txXfrm>
    </dsp:sp>
    <dsp:sp modelId="{9DC1B744-77BC-4991-B11C-BC9AB3BB8BEE}">
      <dsp:nvSpPr>
        <dsp:cNvPr id="0" name=""/>
        <dsp:cNvSpPr/>
      </dsp:nvSpPr>
      <dsp:spPr>
        <a:xfrm>
          <a:off x="1347288" y="1242617"/>
          <a:ext cx="478462" cy="478462"/>
        </a:xfrm>
        <a:prstGeom prst="ellipse">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a:stretch>
        </a:blipFill>
        <a:ln w="25400" cap="flat" cmpd="sng" algn="ctr">
          <a:solidFill>
            <a:schemeClr val="lt1">
              <a:hueOff val="0"/>
              <a:satOff val="0"/>
              <a:lumOff val="0"/>
              <a:alphaOff val="0"/>
            </a:schemeClr>
          </a:solidFill>
          <a:prstDash val="solid"/>
        </a:ln>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2">
          <a:scrgbClr r="0" g="0" b="0"/>
        </a:lnRef>
        <a:fillRef idx="1">
          <a:scrgbClr r="0" g="0" b="0"/>
        </a:fillRef>
        <a:effectRef idx="0">
          <a:scrgbClr r="0" g="0" b="0"/>
        </a:effectRef>
        <a:fontRef idx="minor"/>
      </dsp:style>
    </dsp:sp>
    <dsp:sp modelId="{28817927-89E4-436F-A72D-A03FE49C8903}">
      <dsp:nvSpPr>
        <dsp:cNvPr id="0" name=""/>
        <dsp:cNvSpPr/>
      </dsp:nvSpPr>
      <dsp:spPr>
        <a:xfrm rot="10800000">
          <a:off x="1586519" y="1863905"/>
          <a:ext cx="5823826" cy="478462"/>
        </a:xfrm>
        <a:prstGeom prst="homePlate">
          <a:avLst/>
        </a:prstGeom>
        <a:solidFill>
          <a:schemeClr val="accent6">
            <a:shade val="50000"/>
            <a:hueOff val="325635"/>
            <a:satOff val="631"/>
            <a:lumOff val="35687"/>
            <a:alphaOff val="0"/>
          </a:schemeClr>
        </a:solidFill>
        <a:ln w="25400" cap="flat" cmpd="sng" algn="ctr">
          <a:solidFill>
            <a:schemeClr val="lt1">
              <a:hueOff val="0"/>
              <a:satOff val="0"/>
              <a:lumOff val="0"/>
              <a:alphaOff val="0"/>
            </a:schemeClr>
          </a:solidFill>
          <a:prstDash val="solid"/>
        </a:ln>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2">
          <a:scrgbClr r="0" g="0" b="0"/>
        </a:lnRef>
        <a:fillRef idx="1">
          <a:scrgbClr r="0" g="0" b="0"/>
        </a:fillRef>
        <a:effectRef idx="0">
          <a:scrgbClr r="0" g="0" b="0"/>
        </a:effectRef>
        <a:fontRef idx="minor">
          <a:schemeClr val="lt1"/>
        </a:fontRef>
      </dsp:style>
      <dsp:txBody>
        <a:bodyPr spcFirstLastPara="0" vert="horz" wrap="square" lIns="210989" tIns="53340" rIns="99568" bIns="53340" numCol="1" spcCol="1270" anchor="ctr" anchorCtr="0">
          <a:noAutofit/>
        </a:bodyPr>
        <a:lstStyle/>
        <a:p>
          <a:pPr lvl="0" algn="ctr" defTabSz="622300" rtl="0">
            <a:lnSpc>
              <a:spcPct val="90000"/>
            </a:lnSpc>
            <a:spcBef>
              <a:spcPct val="0"/>
            </a:spcBef>
            <a:spcAft>
              <a:spcPct val="35000"/>
            </a:spcAft>
          </a:pPr>
          <a:r>
            <a:rPr lang="es-MX" sz="1400" b="1" kern="1200" dirty="0" smtClean="0">
              <a:latin typeface="Century Gothic" panose="020B0502020202020204" pitchFamily="34" charset="0"/>
            </a:rPr>
            <a:t>Cómo se analizará.</a:t>
          </a:r>
          <a:endParaRPr lang="es-MX" sz="1400" b="1" kern="1200" dirty="0">
            <a:latin typeface="Century Gothic" panose="020B0502020202020204" pitchFamily="34" charset="0"/>
          </a:endParaRPr>
        </a:p>
      </dsp:txBody>
      <dsp:txXfrm rot="10800000">
        <a:off x="1706134" y="1863905"/>
        <a:ext cx="5704211" cy="478462"/>
      </dsp:txXfrm>
    </dsp:sp>
    <dsp:sp modelId="{184A8AB7-CB2C-47FF-9A7E-FBC940149E52}">
      <dsp:nvSpPr>
        <dsp:cNvPr id="0" name=""/>
        <dsp:cNvSpPr/>
      </dsp:nvSpPr>
      <dsp:spPr>
        <a:xfrm>
          <a:off x="1347288" y="1863905"/>
          <a:ext cx="478462" cy="478462"/>
        </a:xfrm>
        <a:prstGeom prst="ellipse">
          <a:avLst/>
        </a:prstGeom>
        <a:blipFill>
          <a:blip xmlns:r="http://schemas.openxmlformats.org/officeDocument/2006/relationships" r:embed="rId4">
            <a:extLst>
              <a:ext uri="{28A0092B-C50C-407E-A947-70E740481C1C}">
                <a14:useLocalDpi xmlns:a14="http://schemas.microsoft.com/office/drawing/2010/main" val="0"/>
              </a:ext>
            </a:extLst>
          </a:blip>
          <a:srcRect/>
          <a:stretch>
            <a:fillRect l="-1000" r="-1000"/>
          </a:stretch>
        </a:blipFill>
        <a:ln w="25400" cap="flat" cmpd="sng" algn="ctr">
          <a:solidFill>
            <a:schemeClr val="lt1">
              <a:hueOff val="0"/>
              <a:satOff val="0"/>
              <a:lumOff val="0"/>
              <a:alphaOff val="0"/>
            </a:schemeClr>
          </a:solidFill>
          <a:prstDash val="solid"/>
        </a:ln>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2">
          <a:scrgbClr r="0" g="0" b="0"/>
        </a:lnRef>
        <a:fillRef idx="1">
          <a:scrgbClr r="0" g="0" b="0"/>
        </a:fillRef>
        <a:effectRef idx="0">
          <a:scrgbClr r="0" g="0" b="0"/>
        </a:effectRef>
        <a:fontRef idx="minor"/>
      </dsp:style>
    </dsp:sp>
    <dsp:sp modelId="{3C088B7D-A1DB-4BE9-981B-B19E4B93EDBC}">
      <dsp:nvSpPr>
        <dsp:cNvPr id="0" name=""/>
        <dsp:cNvSpPr/>
      </dsp:nvSpPr>
      <dsp:spPr>
        <a:xfrm rot="10800000">
          <a:off x="1586519" y="2485192"/>
          <a:ext cx="5823826" cy="478462"/>
        </a:xfrm>
        <a:prstGeom prst="homePlate">
          <a:avLst/>
        </a:prstGeom>
        <a:solidFill>
          <a:schemeClr val="accent6">
            <a:shade val="50000"/>
            <a:hueOff val="325635"/>
            <a:satOff val="631"/>
            <a:lumOff val="35687"/>
            <a:alphaOff val="0"/>
          </a:schemeClr>
        </a:solidFill>
        <a:ln w="25400" cap="flat" cmpd="sng" algn="ctr">
          <a:solidFill>
            <a:schemeClr val="lt1">
              <a:hueOff val="0"/>
              <a:satOff val="0"/>
              <a:lumOff val="0"/>
              <a:alphaOff val="0"/>
            </a:schemeClr>
          </a:solidFill>
          <a:prstDash val="solid"/>
        </a:ln>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2">
          <a:scrgbClr r="0" g="0" b="0"/>
        </a:lnRef>
        <a:fillRef idx="1">
          <a:scrgbClr r="0" g="0" b="0"/>
        </a:fillRef>
        <a:effectRef idx="0">
          <a:scrgbClr r="0" g="0" b="0"/>
        </a:effectRef>
        <a:fontRef idx="minor">
          <a:schemeClr val="lt1"/>
        </a:fontRef>
      </dsp:style>
      <dsp:txBody>
        <a:bodyPr spcFirstLastPara="0" vert="horz" wrap="square" lIns="210989" tIns="53340" rIns="99568" bIns="53340" numCol="1" spcCol="1270" anchor="ctr" anchorCtr="0">
          <a:noAutofit/>
        </a:bodyPr>
        <a:lstStyle/>
        <a:p>
          <a:pPr lvl="0" algn="ctr" defTabSz="622300" rtl="0">
            <a:lnSpc>
              <a:spcPct val="90000"/>
            </a:lnSpc>
            <a:spcBef>
              <a:spcPct val="0"/>
            </a:spcBef>
            <a:spcAft>
              <a:spcPct val="35000"/>
            </a:spcAft>
          </a:pPr>
          <a:r>
            <a:rPr lang="es-MX" sz="1400" b="1" kern="1200" dirty="0" smtClean="0">
              <a:latin typeface="Century Gothic" panose="020B0502020202020204" pitchFamily="34" charset="0"/>
            </a:rPr>
            <a:t>Quién se encargará de la recopilación de datos.</a:t>
          </a:r>
          <a:endParaRPr lang="es-MX" sz="1400" b="1" kern="1200" dirty="0">
            <a:latin typeface="Century Gothic" panose="020B0502020202020204" pitchFamily="34" charset="0"/>
          </a:endParaRPr>
        </a:p>
      </dsp:txBody>
      <dsp:txXfrm rot="10800000">
        <a:off x="1706134" y="2485192"/>
        <a:ext cx="5704211" cy="478462"/>
      </dsp:txXfrm>
    </dsp:sp>
    <dsp:sp modelId="{CFDC0926-E8C0-4F01-8F38-96E9B81E4FAD}">
      <dsp:nvSpPr>
        <dsp:cNvPr id="0" name=""/>
        <dsp:cNvSpPr/>
      </dsp:nvSpPr>
      <dsp:spPr>
        <a:xfrm>
          <a:off x="1347288" y="2485192"/>
          <a:ext cx="478462" cy="478462"/>
        </a:xfrm>
        <a:prstGeom prst="ellipse">
          <a:avLst/>
        </a:prstGeom>
        <a:blipFill>
          <a:blip xmlns:r="http://schemas.openxmlformats.org/officeDocument/2006/relationships" r:embed="rId5">
            <a:extLst>
              <a:ext uri="{28A0092B-C50C-407E-A947-70E740481C1C}">
                <a14:useLocalDpi xmlns:a14="http://schemas.microsoft.com/office/drawing/2010/main" val="0"/>
              </a:ext>
            </a:extLst>
          </a:blip>
          <a:srcRect/>
          <a:stretch>
            <a:fillRect t="-10000" b="-10000"/>
          </a:stretch>
        </a:blipFill>
        <a:ln w="25400" cap="flat" cmpd="sng" algn="ctr">
          <a:solidFill>
            <a:schemeClr val="lt1">
              <a:hueOff val="0"/>
              <a:satOff val="0"/>
              <a:lumOff val="0"/>
              <a:alphaOff val="0"/>
            </a:schemeClr>
          </a:solidFill>
          <a:prstDash val="solid"/>
        </a:ln>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2">
          <a:scrgbClr r="0" g="0" b="0"/>
        </a:lnRef>
        <a:fillRef idx="1">
          <a:scrgbClr r="0" g="0" b="0"/>
        </a:fillRef>
        <a:effectRef idx="0">
          <a:scrgbClr r="0" g="0" b="0"/>
        </a:effectRef>
        <a:fontRef idx="minor"/>
      </dsp:style>
    </dsp:sp>
    <dsp:sp modelId="{A869D0E4-F401-4E19-A2E8-88D28AF237A2}">
      <dsp:nvSpPr>
        <dsp:cNvPr id="0" name=""/>
        <dsp:cNvSpPr/>
      </dsp:nvSpPr>
      <dsp:spPr>
        <a:xfrm rot="10800000">
          <a:off x="1586519" y="3106479"/>
          <a:ext cx="5823826" cy="478462"/>
        </a:xfrm>
        <a:prstGeom prst="homePlate">
          <a:avLst/>
        </a:prstGeom>
        <a:solidFill>
          <a:schemeClr val="accent6">
            <a:shade val="50000"/>
            <a:hueOff val="217090"/>
            <a:satOff val="421"/>
            <a:lumOff val="23791"/>
            <a:alphaOff val="0"/>
          </a:schemeClr>
        </a:solidFill>
        <a:ln w="25400" cap="flat" cmpd="sng" algn="ctr">
          <a:solidFill>
            <a:schemeClr val="lt1">
              <a:hueOff val="0"/>
              <a:satOff val="0"/>
              <a:lumOff val="0"/>
              <a:alphaOff val="0"/>
            </a:schemeClr>
          </a:solidFill>
          <a:prstDash val="solid"/>
        </a:ln>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2">
          <a:scrgbClr r="0" g="0" b="0"/>
        </a:lnRef>
        <a:fillRef idx="1">
          <a:scrgbClr r="0" g="0" b="0"/>
        </a:fillRef>
        <a:effectRef idx="0">
          <a:scrgbClr r="0" g="0" b="0"/>
        </a:effectRef>
        <a:fontRef idx="minor">
          <a:schemeClr val="lt1"/>
        </a:fontRef>
      </dsp:style>
      <dsp:txBody>
        <a:bodyPr spcFirstLastPara="0" vert="horz" wrap="square" lIns="210989" tIns="53340" rIns="99568" bIns="53340" numCol="1" spcCol="1270" anchor="ctr" anchorCtr="0">
          <a:noAutofit/>
        </a:bodyPr>
        <a:lstStyle/>
        <a:p>
          <a:pPr lvl="0" algn="ctr" defTabSz="622300" rtl="0">
            <a:lnSpc>
              <a:spcPct val="90000"/>
            </a:lnSpc>
            <a:spcBef>
              <a:spcPct val="0"/>
            </a:spcBef>
            <a:spcAft>
              <a:spcPct val="35000"/>
            </a:spcAft>
          </a:pPr>
          <a:r>
            <a:rPr lang="es-MX" sz="1400" b="1" kern="1200" dirty="0" smtClean="0">
              <a:latin typeface="Century Gothic" panose="020B0502020202020204" pitchFamily="34" charset="0"/>
            </a:rPr>
            <a:t>Con qué frecuencia se va a analizar.</a:t>
          </a:r>
          <a:endParaRPr lang="es-MX" sz="1400" b="1" kern="1200" dirty="0">
            <a:latin typeface="Century Gothic" panose="020B0502020202020204" pitchFamily="34" charset="0"/>
          </a:endParaRPr>
        </a:p>
      </dsp:txBody>
      <dsp:txXfrm rot="10800000">
        <a:off x="1706134" y="3106479"/>
        <a:ext cx="5704211" cy="478462"/>
      </dsp:txXfrm>
    </dsp:sp>
    <dsp:sp modelId="{EB88116A-5047-4849-AB81-5444BF0505B6}">
      <dsp:nvSpPr>
        <dsp:cNvPr id="0" name=""/>
        <dsp:cNvSpPr/>
      </dsp:nvSpPr>
      <dsp:spPr>
        <a:xfrm>
          <a:off x="1347288" y="3106479"/>
          <a:ext cx="478462" cy="478462"/>
        </a:xfrm>
        <a:prstGeom prst="ellipse">
          <a:avLst/>
        </a:prstGeom>
        <a:blipFill>
          <a:blip xmlns:r="http://schemas.openxmlformats.org/officeDocument/2006/relationships" r:embed="rId6">
            <a:extLst>
              <a:ext uri="{28A0092B-C50C-407E-A947-70E740481C1C}">
                <a14:useLocalDpi xmlns:a14="http://schemas.microsoft.com/office/drawing/2010/main" val="0"/>
              </a:ext>
            </a:extLst>
          </a:blip>
          <a:srcRect/>
          <a:stretch>
            <a:fillRect t="-21000" b="-21000"/>
          </a:stretch>
        </a:blipFill>
        <a:ln w="25400" cap="flat" cmpd="sng" algn="ctr">
          <a:solidFill>
            <a:schemeClr val="lt1">
              <a:hueOff val="0"/>
              <a:satOff val="0"/>
              <a:lumOff val="0"/>
              <a:alphaOff val="0"/>
            </a:schemeClr>
          </a:solidFill>
          <a:prstDash val="solid"/>
        </a:ln>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2">
          <a:scrgbClr r="0" g="0" b="0"/>
        </a:lnRef>
        <a:fillRef idx="1">
          <a:scrgbClr r="0" g="0" b="0"/>
        </a:fillRef>
        <a:effectRef idx="0">
          <a:scrgbClr r="0" g="0" b="0"/>
        </a:effectRef>
        <a:fontRef idx="minor"/>
      </dsp:style>
    </dsp:sp>
    <dsp:sp modelId="{37B1653B-E0C4-41A0-B056-41E522862A1A}">
      <dsp:nvSpPr>
        <dsp:cNvPr id="0" name=""/>
        <dsp:cNvSpPr/>
      </dsp:nvSpPr>
      <dsp:spPr>
        <a:xfrm rot="10800000">
          <a:off x="1586519" y="3727767"/>
          <a:ext cx="5823826" cy="478462"/>
        </a:xfrm>
        <a:prstGeom prst="homePlate">
          <a:avLst/>
        </a:prstGeom>
        <a:solidFill>
          <a:schemeClr val="accent6">
            <a:shade val="50000"/>
            <a:hueOff val="108545"/>
            <a:satOff val="210"/>
            <a:lumOff val="11896"/>
            <a:alphaOff val="0"/>
          </a:schemeClr>
        </a:solidFill>
        <a:ln w="25400" cap="flat" cmpd="sng" algn="ctr">
          <a:solidFill>
            <a:schemeClr val="lt1">
              <a:hueOff val="0"/>
              <a:satOff val="0"/>
              <a:lumOff val="0"/>
              <a:alphaOff val="0"/>
            </a:schemeClr>
          </a:solidFill>
          <a:prstDash val="solid"/>
        </a:ln>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2">
          <a:scrgbClr r="0" g="0" b="0"/>
        </a:lnRef>
        <a:fillRef idx="1">
          <a:scrgbClr r="0" g="0" b="0"/>
        </a:fillRef>
        <a:effectRef idx="0">
          <a:scrgbClr r="0" g="0" b="0"/>
        </a:effectRef>
        <a:fontRef idx="minor">
          <a:schemeClr val="lt1"/>
        </a:fontRef>
      </dsp:style>
      <dsp:txBody>
        <a:bodyPr spcFirstLastPara="0" vert="horz" wrap="square" lIns="210989" tIns="53340" rIns="99568" bIns="53340" numCol="1" spcCol="1270" anchor="ctr" anchorCtr="0">
          <a:noAutofit/>
        </a:bodyPr>
        <a:lstStyle/>
        <a:p>
          <a:pPr lvl="0" algn="ctr" defTabSz="622300" rtl="0">
            <a:lnSpc>
              <a:spcPct val="90000"/>
            </a:lnSpc>
            <a:spcBef>
              <a:spcPct val="0"/>
            </a:spcBef>
            <a:spcAft>
              <a:spcPct val="35000"/>
            </a:spcAft>
          </a:pPr>
          <a:r>
            <a:rPr lang="es-MX" sz="1400" b="1" kern="1200" dirty="0" smtClean="0">
              <a:latin typeface="Century Gothic" panose="020B0502020202020204" pitchFamily="34" charset="0"/>
            </a:rPr>
            <a:t>Dónde se va a efectuar.</a:t>
          </a:r>
          <a:endParaRPr lang="es-MX" sz="1400" b="1" kern="1200" dirty="0">
            <a:latin typeface="Century Gothic" panose="020B0502020202020204" pitchFamily="34" charset="0"/>
          </a:endParaRPr>
        </a:p>
      </dsp:txBody>
      <dsp:txXfrm rot="10800000">
        <a:off x="1706134" y="3727767"/>
        <a:ext cx="5704211" cy="478462"/>
      </dsp:txXfrm>
    </dsp:sp>
    <dsp:sp modelId="{2C9BC5F7-B2BE-4CB0-9030-A8EF7356EF8A}">
      <dsp:nvSpPr>
        <dsp:cNvPr id="0" name=""/>
        <dsp:cNvSpPr/>
      </dsp:nvSpPr>
      <dsp:spPr>
        <a:xfrm>
          <a:off x="1347288" y="3727767"/>
          <a:ext cx="478462" cy="478462"/>
        </a:xfrm>
        <a:prstGeom prst="ellipse">
          <a:avLst/>
        </a:prstGeom>
        <a:blipFill>
          <a:blip xmlns:r="http://schemas.openxmlformats.org/officeDocument/2006/relationships" r:embed="rId7">
            <a:extLst>
              <a:ext uri="{28A0092B-C50C-407E-A947-70E740481C1C}">
                <a14:useLocalDpi xmlns:a14="http://schemas.microsoft.com/office/drawing/2010/main" val="0"/>
              </a:ext>
            </a:extLst>
          </a:blip>
          <a:srcRect/>
          <a:stretch>
            <a:fillRect/>
          </a:stretch>
        </a:blipFill>
        <a:ln w="25400" cap="flat" cmpd="sng" algn="ctr">
          <a:solidFill>
            <a:schemeClr val="lt1">
              <a:hueOff val="0"/>
              <a:satOff val="0"/>
              <a:lumOff val="0"/>
              <a:alphaOff val="0"/>
            </a:schemeClr>
          </a:solidFill>
          <a:prstDash val="solid"/>
        </a:ln>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5E5A58-C355-4D50-99C0-470E47FED5E3}">
      <dsp:nvSpPr>
        <dsp:cNvPr id="0" name=""/>
        <dsp:cNvSpPr/>
      </dsp:nvSpPr>
      <dsp:spPr>
        <a:xfrm>
          <a:off x="0" y="334540"/>
          <a:ext cx="10214545" cy="637875"/>
        </a:xfrm>
        <a:prstGeom prst="rect">
          <a:avLst/>
        </a:prstGeom>
        <a:noFill/>
        <a:ln w="25400" cap="flat" cmpd="sng" algn="ctr">
          <a:noFill/>
          <a:prstDash val="solid"/>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2">
          <a:scrgbClr r="0" g="0" b="0"/>
        </a:lnRef>
        <a:fillRef idx="1">
          <a:scrgbClr r="0" g="0" b="0"/>
        </a:fillRef>
        <a:effectRef idx="0">
          <a:scrgbClr r="0" g="0" b="0"/>
        </a:effectRef>
        <a:fontRef idx="minor"/>
      </dsp:style>
      <dsp:txBody>
        <a:bodyPr spcFirstLastPara="0" vert="horz" wrap="square" lIns="792762" tIns="312420" rIns="792762" bIns="106680" numCol="1" spcCol="1270" anchor="t" anchorCtr="0">
          <a:noAutofit/>
        </a:bodyPr>
        <a:lstStyle/>
        <a:p>
          <a:pPr marL="114300" lvl="1" indent="-114300" algn="l" defTabSz="666750">
            <a:lnSpc>
              <a:spcPct val="90000"/>
            </a:lnSpc>
            <a:spcBef>
              <a:spcPct val="0"/>
            </a:spcBef>
            <a:spcAft>
              <a:spcPct val="15000"/>
            </a:spcAft>
            <a:buChar char="••"/>
          </a:pPr>
          <a:r>
            <a:rPr lang="es-ES" sz="1500" kern="1200" dirty="0" smtClean="0">
              <a:latin typeface="Century Gothic" panose="020B0502020202020204" pitchFamily="34" charset="0"/>
            </a:rPr>
            <a:t>Delimitar un problema o situación y listar las posibles causas o factores que intervienen.</a:t>
          </a:r>
          <a:endParaRPr lang="es-MX" sz="1500" kern="1200" dirty="0"/>
        </a:p>
      </dsp:txBody>
      <dsp:txXfrm>
        <a:off x="0" y="334540"/>
        <a:ext cx="10214545" cy="637875"/>
      </dsp:txXfrm>
    </dsp:sp>
    <dsp:sp modelId="{B1E6C1F7-0794-49C2-87EE-83F0A3CDEF19}">
      <dsp:nvSpPr>
        <dsp:cNvPr id="0" name=""/>
        <dsp:cNvSpPr/>
      </dsp:nvSpPr>
      <dsp:spPr>
        <a:xfrm>
          <a:off x="510727" y="113140"/>
          <a:ext cx="7150181" cy="442800"/>
        </a:xfrm>
        <a:prstGeom prst="roundRect">
          <a:avLst/>
        </a:prstGeom>
        <a:solidFill>
          <a:srgbClr val="CC99FF"/>
        </a:solidFill>
        <a:ln w="25400" cap="flat" cmpd="sng" algn="ctr">
          <a:noFill/>
          <a:prstDash val="solid"/>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2">
          <a:scrgbClr r="0" g="0" b="0"/>
        </a:lnRef>
        <a:fillRef idx="1">
          <a:scrgbClr r="0" g="0" b="0"/>
        </a:fillRef>
        <a:effectRef idx="0">
          <a:scrgbClr r="0" g="0" b="0"/>
        </a:effectRef>
        <a:fontRef idx="minor">
          <a:schemeClr val="lt1"/>
        </a:fontRef>
      </dsp:style>
      <dsp:txBody>
        <a:bodyPr spcFirstLastPara="0" vert="horz" wrap="square" lIns="270260" tIns="0" rIns="270260" bIns="0" numCol="1" spcCol="1270" anchor="ctr" anchorCtr="0">
          <a:noAutofit/>
        </a:bodyPr>
        <a:lstStyle/>
        <a:p>
          <a:pPr lvl="0" algn="l" defTabSz="666750">
            <a:lnSpc>
              <a:spcPct val="90000"/>
            </a:lnSpc>
            <a:spcBef>
              <a:spcPct val="0"/>
            </a:spcBef>
            <a:spcAft>
              <a:spcPct val="35000"/>
            </a:spcAft>
          </a:pPr>
          <a:r>
            <a:rPr lang="es-MX" sz="1500" b="1" kern="1200" dirty="0" smtClean="0">
              <a:solidFill>
                <a:schemeClr val="tx1"/>
              </a:solidFill>
              <a:latin typeface="Century Gothic" panose="020B0502020202020204" pitchFamily="34" charset="0"/>
            </a:rPr>
            <a:t>Definición del Problema. </a:t>
          </a:r>
          <a:endParaRPr lang="es-MX" sz="1500" kern="1200" dirty="0">
            <a:solidFill>
              <a:schemeClr val="tx1"/>
            </a:solidFill>
          </a:endParaRPr>
        </a:p>
      </dsp:txBody>
      <dsp:txXfrm>
        <a:off x="532343" y="134756"/>
        <a:ext cx="7106949" cy="399568"/>
      </dsp:txXfrm>
    </dsp:sp>
    <dsp:sp modelId="{55657374-125D-45EC-A14A-D2A80E4590B8}">
      <dsp:nvSpPr>
        <dsp:cNvPr id="0" name=""/>
        <dsp:cNvSpPr/>
      </dsp:nvSpPr>
      <dsp:spPr>
        <a:xfrm>
          <a:off x="0" y="1274815"/>
          <a:ext cx="10214545" cy="637875"/>
        </a:xfrm>
        <a:prstGeom prst="rect">
          <a:avLst/>
        </a:prstGeom>
        <a:noFill/>
        <a:ln w="25400" cap="flat" cmpd="sng" algn="ctr">
          <a:noFill/>
          <a:prstDash val="solid"/>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2">
          <a:scrgbClr r="0" g="0" b="0"/>
        </a:lnRef>
        <a:fillRef idx="1">
          <a:scrgbClr r="0" g="0" b="0"/>
        </a:fillRef>
        <a:effectRef idx="0">
          <a:scrgbClr r="0" g="0" b="0"/>
        </a:effectRef>
        <a:fontRef idx="minor"/>
      </dsp:style>
      <dsp:txBody>
        <a:bodyPr spcFirstLastPara="0" vert="horz" wrap="square" lIns="792762" tIns="312420" rIns="792762" bIns="106680" numCol="1" spcCol="1270" anchor="t" anchorCtr="0">
          <a:noAutofit/>
        </a:bodyPr>
        <a:lstStyle/>
        <a:p>
          <a:pPr marL="114300" lvl="1" indent="-114300" algn="l" defTabSz="666750">
            <a:lnSpc>
              <a:spcPct val="90000"/>
            </a:lnSpc>
            <a:spcBef>
              <a:spcPct val="0"/>
            </a:spcBef>
            <a:spcAft>
              <a:spcPct val="15000"/>
            </a:spcAft>
            <a:buChar char="••"/>
          </a:pPr>
          <a:r>
            <a:rPr lang="es-ES" sz="1500" kern="1200" dirty="0" smtClean="0">
              <a:latin typeface="Century Gothic" panose="020B0502020202020204" pitchFamily="34" charset="0"/>
            </a:rPr>
            <a:t>Recopilar datos, para determinar la frecuencia de las causas o factores incidentes.</a:t>
          </a:r>
          <a:endParaRPr lang="es-MX" sz="1500" kern="1200" dirty="0"/>
        </a:p>
      </dsp:txBody>
      <dsp:txXfrm>
        <a:off x="0" y="1274815"/>
        <a:ext cx="10214545" cy="637875"/>
      </dsp:txXfrm>
    </dsp:sp>
    <dsp:sp modelId="{2914A103-83C9-4C71-A455-E15A72CF294C}">
      <dsp:nvSpPr>
        <dsp:cNvPr id="0" name=""/>
        <dsp:cNvSpPr/>
      </dsp:nvSpPr>
      <dsp:spPr>
        <a:xfrm>
          <a:off x="510727" y="1053416"/>
          <a:ext cx="7150181" cy="442800"/>
        </a:xfrm>
        <a:prstGeom prst="roundRect">
          <a:avLst/>
        </a:prstGeom>
        <a:solidFill>
          <a:srgbClr val="FF9999"/>
        </a:solidFill>
        <a:ln w="25400" cap="flat" cmpd="sng" algn="ctr">
          <a:noFill/>
          <a:prstDash val="solid"/>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2">
          <a:scrgbClr r="0" g="0" b="0"/>
        </a:lnRef>
        <a:fillRef idx="1">
          <a:scrgbClr r="0" g="0" b="0"/>
        </a:fillRef>
        <a:effectRef idx="0">
          <a:scrgbClr r="0" g="0" b="0"/>
        </a:effectRef>
        <a:fontRef idx="minor">
          <a:schemeClr val="lt1"/>
        </a:fontRef>
      </dsp:style>
      <dsp:txBody>
        <a:bodyPr spcFirstLastPara="0" vert="horz" wrap="square" lIns="270260" tIns="0" rIns="270260" bIns="0" numCol="1" spcCol="1270" anchor="ctr" anchorCtr="0">
          <a:noAutofit/>
        </a:bodyPr>
        <a:lstStyle/>
        <a:p>
          <a:pPr lvl="0" algn="l" defTabSz="666750">
            <a:lnSpc>
              <a:spcPct val="90000"/>
            </a:lnSpc>
            <a:spcBef>
              <a:spcPct val="0"/>
            </a:spcBef>
            <a:spcAft>
              <a:spcPct val="35000"/>
            </a:spcAft>
          </a:pPr>
          <a:r>
            <a:rPr lang="es-MX" sz="1500" b="1" kern="1200" dirty="0" smtClean="0">
              <a:solidFill>
                <a:schemeClr val="tx1"/>
              </a:solidFill>
              <a:latin typeface="Century Gothic" panose="020B0502020202020204" pitchFamily="34" charset="0"/>
            </a:rPr>
            <a:t>Recolección de información. </a:t>
          </a:r>
          <a:endParaRPr lang="es-MX" sz="1500" kern="1200" dirty="0">
            <a:solidFill>
              <a:schemeClr val="tx1"/>
            </a:solidFill>
          </a:endParaRPr>
        </a:p>
      </dsp:txBody>
      <dsp:txXfrm>
        <a:off x="532343" y="1075032"/>
        <a:ext cx="7106949" cy="399568"/>
      </dsp:txXfrm>
    </dsp:sp>
    <dsp:sp modelId="{D6BF8C36-7D0E-4B0B-BAD7-13D0205B1557}">
      <dsp:nvSpPr>
        <dsp:cNvPr id="0" name=""/>
        <dsp:cNvSpPr/>
      </dsp:nvSpPr>
      <dsp:spPr>
        <a:xfrm>
          <a:off x="0" y="2215091"/>
          <a:ext cx="10214545" cy="850500"/>
        </a:xfrm>
        <a:prstGeom prst="rect">
          <a:avLst/>
        </a:prstGeom>
        <a:noFill/>
        <a:ln w="25400" cap="flat" cmpd="sng" algn="ctr">
          <a:noFill/>
          <a:prstDash val="solid"/>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2">
          <a:scrgbClr r="0" g="0" b="0"/>
        </a:lnRef>
        <a:fillRef idx="1">
          <a:scrgbClr r="0" g="0" b="0"/>
        </a:fillRef>
        <a:effectRef idx="0">
          <a:scrgbClr r="0" g="0" b="0"/>
        </a:effectRef>
        <a:fontRef idx="minor"/>
      </dsp:style>
      <dsp:txBody>
        <a:bodyPr spcFirstLastPara="0" vert="horz" wrap="square" lIns="792762" tIns="312420" rIns="792762" bIns="106680" numCol="1" spcCol="1270" anchor="t" anchorCtr="0">
          <a:noAutofit/>
        </a:bodyPr>
        <a:lstStyle/>
        <a:p>
          <a:pPr marL="114300" lvl="1" indent="-114300" algn="l" defTabSz="666750">
            <a:lnSpc>
              <a:spcPct val="90000"/>
            </a:lnSpc>
            <a:spcBef>
              <a:spcPct val="0"/>
            </a:spcBef>
            <a:spcAft>
              <a:spcPct val="15000"/>
            </a:spcAft>
            <a:buChar char="••"/>
          </a:pPr>
          <a:r>
            <a:rPr lang="es-ES" sz="1500" kern="1200" dirty="0" smtClean="0">
              <a:latin typeface="Century Gothic" panose="020B0502020202020204" pitchFamily="34" charset="0"/>
            </a:rPr>
            <a:t>Ordenar lógicamente la información recopilada de la fase anterior estableciendo los porcentajes de frecuencias de cada causa o factor.</a:t>
          </a:r>
          <a:endParaRPr lang="es-MX" sz="1500" kern="1200" dirty="0"/>
        </a:p>
      </dsp:txBody>
      <dsp:txXfrm>
        <a:off x="0" y="2215091"/>
        <a:ext cx="10214545" cy="850500"/>
      </dsp:txXfrm>
    </dsp:sp>
    <dsp:sp modelId="{D7C6C14D-93F7-46E8-A4DD-3CE6AF100E0F}">
      <dsp:nvSpPr>
        <dsp:cNvPr id="0" name=""/>
        <dsp:cNvSpPr/>
      </dsp:nvSpPr>
      <dsp:spPr>
        <a:xfrm>
          <a:off x="510727" y="1993691"/>
          <a:ext cx="7150181" cy="442800"/>
        </a:xfrm>
        <a:prstGeom prst="roundRect">
          <a:avLst/>
        </a:prstGeom>
        <a:solidFill>
          <a:srgbClr val="FFFF66"/>
        </a:solidFill>
        <a:ln w="25400" cap="flat" cmpd="sng" algn="ctr">
          <a:noFill/>
          <a:prstDash val="solid"/>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2">
          <a:scrgbClr r="0" g="0" b="0"/>
        </a:lnRef>
        <a:fillRef idx="1">
          <a:scrgbClr r="0" g="0" b="0"/>
        </a:fillRef>
        <a:effectRef idx="0">
          <a:scrgbClr r="0" g="0" b="0"/>
        </a:effectRef>
        <a:fontRef idx="minor">
          <a:schemeClr val="lt1"/>
        </a:fontRef>
      </dsp:style>
      <dsp:txBody>
        <a:bodyPr spcFirstLastPara="0" vert="horz" wrap="square" lIns="270260" tIns="0" rIns="270260" bIns="0" numCol="1" spcCol="1270" anchor="ctr" anchorCtr="0">
          <a:noAutofit/>
        </a:bodyPr>
        <a:lstStyle/>
        <a:p>
          <a:pPr lvl="0" algn="l" defTabSz="666750">
            <a:lnSpc>
              <a:spcPct val="90000"/>
            </a:lnSpc>
            <a:spcBef>
              <a:spcPct val="0"/>
            </a:spcBef>
            <a:spcAft>
              <a:spcPct val="35000"/>
            </a:spcAft>
          </a:pPr>
          <a:r>
            <a:rPr lang="es-MX" sz="1500" b="1" kern="1200" dirty="0" smtClean="0">
              <a:solidFill>
                <a:schemeClr val="tx1"/>
              </a:solidFill>
              <a:latin typeface="Century Gothic" panose="020B0502020202020204" pitchFamily="34" charset="0"/>
            </a:rPr>
            <a:t>Tabulación de la Información.</a:t>
          </a:r>
          <a:endParaRPr lang="es-MX" sz="1500" kern="1200" dirty="0">
            <a:solidFill>
              <a:schemeClr val="tx1"/>
            </a:solidFill>
          </a:endParaRPr>
        </a:p>
      </dsp:txBody>
      <dsp:txXfrm>
        <a:off x="532343" y="2015307"/>
        <a:ext cx="7106949" cy="399568"/>
      </dsp:txXfrm>
    </dsp:sp>
    <dsp:sp modelId="{58CECE7A-67D1-4A25-98DE-0F6BE2548059}">
      <dsp:nvSpPr>
        <dsp:cNvPr id="0" name=""/>
        <dsp:cNvSpPr/>
      </dsp:nvSpPr>
      <dsp:spPr>
        <a:xfrm>
          <a:off x="0" y="3367991"/>
          <a:ext cx="10214545" cy="850500"/>
        </a:xfrm>
        <a:prstGeom prst="rect">
          <a:avLst/>
        </a:prstGeom>
        <a:noFill/>
        <a:ln w="25400" cap="flat" cmpd="sng" algn="ctr">
          <a:noFill/>
          <a:prstDash val="solid"/>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2">
          <a:scrgbClr r="0" g="0" b="0"/>
        </a:lnRef>
        <a:fillRef idx="1">
          <a:scrgbClr r="0" g="0" b="0"/>
        </a:fillRef>
        <a:effectRef idx="0">
          <a:scrgbClr r="0" g="0" b="0"/>
        </a:effectRef>
        <a:fontRef idx="minor"/>
      </dsp:style>
      <dsp:txBody>
        <a:bodyPr spcFirstLastPara="0" vert="horz" wrap="square" lIns="792762" tIns="312420" rIns="792762" bIns="106680" numCol="1" spcCol="1270" anchor="t" anchorCtr="0">
          <a:noAutofit/>
        </a:bodyPr>
        <a:lstStyle/>
        <a:p>
          <a:pPr marL="114300" lvl="1" indent="-114300" algn="l" defTabSz="666750">
            <a:lnSpc>
              <a:spcPct val="90000"/>
            </a:lnSpc>
            <a:spcBef>
              <a:spcPct val="0"/>
            </a:spcBef>
            <a:spcAft>
              <a:spcPct val="15000"/>
            </a:spcAft>
            <a:buChar char="••"/>
          </a:pPr>
          <a:r>
            <a:rPr lang="es-MX" sz="1500" kern="1200" dirty="0" smtClean="0">
              <a:latin typeface="Century Gothic" panose="020B0502020202020204" pitchFamily="34" charset="0"/>
            </a:rPr>
            <a:t>Elaborar un histograma con la correspondiente jerarquizaron de la incidencia de cada causa</a:t>
          </a:r>
          <a:endParaRPr lang="es-MX" sz="1500" kern="1200" dirty="0"/>
        </a:p>
      </dsp:txBody>
      <dsp:txXfrm>
        <a:off x="0" y="3367991"/>
        <a:ext cx="10214545" cy="850500"/>
      </dsp:txXfrm>
    </dsp:sp>
    <dsp:sp modelId="{965F62DC-159E-408A-9075-50BCF7008C90}">
      <dsp:nvSpPr>
        <dsp:cNvPr id="0" name=""/>
        <dsp:cNvSpPr/>
      </dsp:nvSpPr>
      <dsp:spPr>
        <a:xfrm>
          <a:off x="510727" y="3146591"/>
          <a:ext cx="7150181" cy="442800"/>
        </a:xfrm>
        <a:prstGeom prst="roundRect">
          <a:avLst/>
        </a:prstGeom>
        <a:solidFill>
          <a:srgbClr val="00B0F0"/>
        </a:solidFill>
        <a:ln w="25400" cap="flat" cmpd="sng" algn="ctr">
          <a:noFill/>
          <a:prstDash val="solid"/>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2">
          <a:scrgbClr r="0" g="0" b="0"/>
        </a:lnRef>
        <a:fillRef idx="1">
          <a:scrgbClr r="0" g="0" b="0"/>
        </a:fillRef>
        <a:effectRef idx="0">
          <a:scrgbClr r="0" g="0" b="0"/>
        </a:effectRef>
        <a:fontRef idx="minor">
          <a:schemeClr val="lt1"/>
        </a:fontRef>
      </dsp:style>
      <dsp:txBody>
        <a:bodyPr spcFirstLastPara="0" vert="horz" wrap="square" lIns="270260" tIns="0" rIns="270260" bIns="0" numCol="1" spcCol="1270" anchor="ctr" anchorCtr="0">
          <a:noAutofit/>
        </a:bodyPr>
        <a:lstStyle/>
        <a:p>
          <a:pPr lvl="0" algn="l" defTabSz="666750">
            <a:lnSpc>
              <a:spcPct val="90000"/>
            </a:lnSpc>
            <a:spcBef>
              <a:spcPct val="0"/>
            </a:spcBef>
            <a:spcAft>
              <a:spcPct val="35000"/>
            </a:spcAft>
          </a:pPr>
          <a:r>
            <a:rPr lang="es-ES" sz="1500" b="1" kern="1200" dirty="0" smtClean="0">
              <a:solidFill>
                <a:schemeClr val="tx1"/>
              </a:solidFill>
              <a:latin typeface="Century Gothic" panose="020B0502020202020204" pitchFamily="34" charset="0"/>
            </a:rPr>
            <a:t>Elaboración de la Gráfica.</a:t>
          </a:r>
          <a:endParaRPr lang="es-MX" sz="1500" kern="1200" dirty="0">
            <a:solidFill>
              <a:schemeClr val="tx1"/>
            </a:solidFill>
          </a:endParaRPr>
        </a:p>
      </dsp:txBody>
      <dsp:txXfrm>
        <a:off x="532343" y="3168207"/>
        <a:ext cx="7106949" cy="39956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ECC05B-3B63-4847-9B33-4BC654A6578B}">
      <dsp:nvSpPr>
        <dsp:cNvPr id="0" name=""/>
        <dsp:cNvSpPr/>
      </dsp:nvSpPr>
      <dsp:spPr>
        <a:xfrm>
          <a:off x="806937" y="239296"/>
          <a:ext cx="5403379" cy="1062867"/>
        </a:xfrm>
        <a:prstGeom prst="rect">
          <a:avLst/>
        </a:prstGeom>
        <a:solidFill>
          <a:schemeClr val="lt1">
            <a:alpha val="40000"/>
            <a:hueOff val="0"/>
            <a:satOff val="0"/>
            <a:lumOff val="0"/>
            <a:alphaOff val="0"/>
          </a:schemeClr>
        </a:solidFill>
        <a:ln w="9525" cap="flat" cmpd="sng" algn="ctr">
          <a:noFill/>
          <a:prstDash val="solid"/>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1">
          <a:scrgbClr r="0" g="0" b="0"/>
        </a:lnRef>
        <a:fillRef idx="1">
          <a:scrgbClr r="0" g="0" b="0"/>
        </a:fillRef>
        <a:effectRef idx="0">
          <a:scrgbClr r="0" g="0" b="0"/>
        </a:effectRef>
        <a:fontRef idx="minor"/>
      </dsp:style>
      <dsp:txBody>
        <a:bodyPr spcFirstLastPara="0" vert="horz" wrap="square" lIns="719916" tIns="60960" rIns="60960" bIns="60960" numCol="1" spcCol="1270" anchor="ctr" anchorCtr="0">
          <a:noAutofit/>
        </a:bodyPr>
        <a:lstStyle/>
        <a:p>
          <a:pPr lvl="0" algn="l" defTabSz="711200">
            <a:lnSpc>
              <a:spcPct val="90000"/>
            </a:lnSpc>
            <a:spcBef>
              <a:spcPct val="0"/>
            </a:spcBef>
            <a:spcAft>
              <a:spcPct val="35000"/>
            </a:spcAft>
          </a:pPr>
          <a:r>
            <a:rPr lang="es-MX" sz="1600" kern="1200" dirty="0" smtClean="0">
              <a:solidFill>
                <a:schemeClr val="bg1"/>
              </a:solidFill>
              <a:latin typeface="Century Gothic" panose="020B0502020202020204" pitchFamily="34" charset="0"/>
            </a:rPr>
            <a:t>La variable es medida numéricamente. Por ejemplo: tiempo.</a:t>
          </a:r>
          <a:endParaRPr lang="es-MX" sz="1600" kern="1200" dirty="0">
            <a:solidFill>
              <a:schemeClr val="bg1"/>
            </a:solidFill>
          </a:endParaRPr>
        </a:p>
      </dsp:txBody>
      <dsp:txXfrm>
        <a:off x="806937" y="239296"/>
        <a:ext cx="5403379" cy="1062867"/>
      </dsp:txXfrm>
    </dsp:sp>
    <dsp:sp modelId="{71D7CC2C-5AC8-4168-BE9C-CAD8C7BCA3F1}">
      <dsp:nvSpPr>
        <dsp:cNvPr id="0" name=""/>
        <dsp:cNvSpPr/>
      </dsp:nvSpPr>
      <dsp:spPr>
        <a:xfrm>
          <a:off x="289099" y="234212"/>
          <a:ext cx="744007" cy="1116010"/>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25000" r="-25000"/>
          </a:stretch>
        </a:blipFill>
        <a:ln w="25400" cap="flat" cmpd="sng" algn="ctr">
          <a:noFill/>
          <a:prstDash val="solid"/>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2">
          <a:scrgbClr r="0" g="0" b="0"/>
        </a:lnRef>
        <a:fillRef idx="1">
          <a:scrgbClr r="0" g="0" b="0"/>
        </a:fillRef>
        <a:effectRef idx="0">
          <a:scrgbClr r="0" g="0" b="0"/>
        </a:effectRef>
        <a:fontRef idx="minor"/>
      </dsp:style>
    </dsp:sp>
    <dsp:sp modelId="{C8689E26-43CB-493D-B960-216ABE63C52F}">
      <dsp:nvSpPr>
        <dsp:cNvPr id="0" name=""/>
        <dsp:cNvSpPr/>
      </dsp:nvSpPr>
      <dsp:spPr>
        <a:xfrm>
          <a:off x="819930" y="1577328"/>
          <a:ext cx="5377394" cy="1062867"/>
        </a:xfrm>
        <a:prstGeom prst="rect">
          <a:avLst/>
        </a:prstGeom>
        <a:solidFill>
          <a:srgbClr val="00B050">
            <a:alpha val="40000"/>
          </a:srgbClr>
        </a:solidFill>
        <a:ln w="9525" cap="flat" cmpd="sng" algn="ctr">
          <a:noFill/>
          <a:prstDash val="solid"/>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1">
          <a:scrgbClr r="0" g="0" b="0"/>
        </a:lnRef>
        <a:fillRef idx="1">
          <a:scrgbClr r="0" g="0" b="0"/>
        </a:fillRef>
        <a:effectRef idx="0">
          <a:scrgbClr r="0" g="0" b="0"/>
        </a:effectRef>
        <a:fontRef idx="minor"/>
      </dsp:style>
      <dsp:txBody>
        <a:bodyPr spcFirstLastPara="0" vert="horz" wrap="square" lIns="719916" tIns="60960" rIns="60960" bIns="60960" numCol="1" spcCol="1270" anchor="ctr" anchorCtr="0">
          <a:noAutofit/>
        </a:bodyPr>
        <a:lstStyle/>
        <a:p>
          <a:pPr lvl="0" algn="l" defTabSz="711200">
            <a:lnSpc>
              <a:spcPct val="90000"/>
            </a:lnSpc>
            <a:spcBef>
              <a:spcPct val="0"/>
            </a:spcBef>
            <a:spcAft>
              <a:spcPct val="35000"/>
            </a:spcAft>
          </a:pPr>
          <a:r>
            <a:rPr lang="es-MX" sz="1600" kern="1200" dirty="0" smtClean="0">
              <a:solidFill>
                <a:schemeClr val="bg1"/>
              </a:solidFill>
              <a:latin typeface="Century Gothic" panose="020B0502020202020204" pitchFamily="34" charset="0"/>
            </a:rPr>
            <a:t>Se estudia un atributo o característica cualitativa que el proceso posee o no posee.</a:t>
          </a:r>
          <a:endParaRPr lang="es-MX" sz="1600" kern="1200" dirty="0">
            <a:solidFill>
              <a:schemeClr val="bg1"/>
            </a:solidFill>
          </a:endParaRPr>
        </a:p>
      </dsp:txBody>
      <dsp:txXfrm>
        <a:off x="819930" y="1577328"/>
        <a:ext cx="5377394" cy="1062867"/>
      </dsp:txXfrm>
    </dsp:sp>
    <dsp:sp modelId="{C36688D7-20EC-4A9C-A304-1EDC50B8727E}">
      <dsp:nvSpPr>
        <dsp:cNvPr id="0" name=""/>
        <dsp:cNvSpPr/>
      </dsp:nvSpPr>
      <dsp:spPr>
        <a:xfrm>
          <a:off x="285275" y="1492170"/>
          <a:ext cx="744007" cy="1116010"/>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l="-50000" r="-50000"/>
          </a:stretch>
        </a:blipFill>
        <a:ln w="25400" cap="flat" cmpd="sng" algn="ctr">
          <a:noFill/>
          <a:prstDash val="solid"/>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2">
          <a:scrgbClr r="0" g="0" b="0"/>
        </a:lnRef>
        <a:fillRef idx="1">
          <a:scrgbClr r="0" g="0" b="0"/>
        </a:fillRef>
        <a:effectRef idx="0">
          <a:scrgbClr r="0" g="0" b="0"/>
        </a:effectRef>
        <a:fontRef idx="minor"/>
      </dsp:style>
    </dsp:sp>
    <dsp:sp modelId="{A612440A-4C10-4446-A75E-D3B1D7DD0CFF}">
      <dsp:nvSpPr>
        <dsp:cNvPr id="0" name=""/>
        <dsp:cNvSpPr/>
      </dsp:nvSpPr>
      <dsp:spPr>
        <a:xfrm>
          <a:off x="853227" y="2915360"/>
          <a:ext cx="5310799" cy="1062867"/>
        </a:xfrm>
        <a:prstGeom prst="rect">
          <a:avLst/>
        </a:prstGeom>
        <a:solidFill>
          <a:schemeClr val="accent4">
            <a:lumMod val="50000"/>
            <a:alpha val="40000"/>
          </a:schemeClr>
        </a:solidFill>
        <a:ln w="9525" cap="flat" cmpd="sng" algn="ctr">
          <a:noFill/>
          <a:prstDash val="solid"/>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1">
          <a:scrgbClr r="0" g="0" b="0"/>
        </a:lnRef>
        <a:fillRef idx="1">
          <a:scrgbClr r="0" g="0" b="0"/>
        </a:fillRef>
        <a:effectRef idx="0">
          <a:scrgbClr r="0" g="0" b="0"/>
        </a:effectRef>
        <a:fontRef idx="minor"/>
      </dsp:style>
      <dsp:txBody>
        <a:bodyPr spcFirstLastPara="0" vert="horz" wrap="square" lIns="719916" tIns="60960" rIns="60960" bIns="60960" numCol="1" spcCol="1270" anchor="ctr" anchorCtr="0">
          <a:noAutofit/>
        </a:bodyPr>
        <a:lstStyle/>
        <a:p>
          <a:pPr lvl="0" algn="l" defTabSz="711200">
            <a:lnSpc>
              <a:spcPct val="90000"/>
            </a:lnSpc>
            <a:spcBef>
              <a:spcPct val="0"/>
            </a:spcBef>
            <a:spcAft>
              <a:spcPct val="35000"/>
            </a:spcAft>
          </a:pPr>
          <a:r>
            <a:rPr lang="es-MX" sz="1600" kern="1200" dirty="0" smtClean="0">
              <a:solidFill>
                <a:schemeClr val="bg1"/>
              </a:solidFill>
              <a:latin typeface="Century Gothic" panose="020B0502020202020204" pitchFamily="34" charset="0"/>
            </a:rPr>
            <a:t>Se cuenta el número de defectos en el producto o situaciones inadecuadas en la entrega del servicio.</a:t>
          </a:r>
          <a:endParaRPr lang="es-MX" sz="1600" kern="1200" dirty="0">
            <a:solidFill>
              <a:schemeClr val="bg1"/>
            </a:solidFill>
          </a:endParaRPr>
        </a:p>
      </dsp:txBody>
      <dsp:txXfrm>
        <a:off x="853227" y="2915360"/>
        <a:ext cx="5310799" cy="1062867"/>
      </dsp:txXfrm>
    </dsp:sp>
    <dsp:sp modelId="{E5C7139C-7820-4315-B171-76FE9C1F6BD1}">
      <dsp:nvSpPr>
        <dsp:cNvPr id="0" name=""/>
        <dsp:cNvSpPr/>
      </dsp:nvSpPr>
      <dsp:spPr>
        <a:xfrm>
          <a:off x="259517" y="2830202"/>
          <a:ext cx="744007" cy="1116010"/>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l="-30000" r="-30000"/>
          </a:stretch>
        </a:blipFill>
        <a:ln w="25400" cap="flat" cmpd="sng" algn="ctr">
          <a:noFill/>
          <a:prstDash val="solid"/>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2">
          <a:scrgbClr r="0" g="0" b="0"/>
        </a:lnRef>
        <a:fillRef idx="1">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DB2DCE-D7D4-4875-A2DF-DE042D4CC3A6}">
      <dsp:nvSpPr>
        <dsp:cNvPr id="0" name=""/>
        <dsp:cNvSpPr/>
      </dsp:nvSpPr>
      <dsp:spPr>
        <a:xfrm rot="10800000">
          <a:off x="1478126" y="1034"/>
          <a:ext cx="4747561" cy="1129250"/>
        </a:xfrm>
        <a:prstGeom prst="homePlate">
          <a:avLst/>
        </a:prstGeom>
        <a:solidFill>
          <a:schemeClr val="accent3">
            <a:lumMod val="60000"/>
            <a:lumOff val="40000"/>
          </a:schemeClr>
        </a:solidFill>
        <a:ln w="25400" cap="flat" cmpd="sng" algn="ctr">
          <a:noFill/>
          <a:prstDash val="solid"/>
        </a:ln>
        <a:effectLst/>
        <a:scene3d>
          <a:camera prst="orthographicFront">
            <a:rot lat="0" lon="0" rev="0"/>
          </a:camera>
          <a:lightRig rig="contrasting" dir="t">
            <a:rot lat="0" lon="0" rev="7800000"/>
          </a:lightRig>
        </a:scene3d>
        <a:sp3d>
          <a:bevelT w="139700" h="139700"/>
        </a:sp3d>
      </dsp:spPr>
      <dsp:style>
        <a:lnRef idx="2">
          <a:scrgbClr r="0" g="0" b="0"/>
        </a:lnRef>
        <a:fillRef idx="1">
          <a:scrgbClr r="0" g="0" b="0"/>
        </a:fillRef>
        <a:effectRef idx="0">
          <a:scrgbClr r="0" g="0" b="0"/>
        </a:effectRef>
        <a:fontRef idx="minor">
          <a:schemeClr val="lt1"/>
        </a:fontRef>
      </dsp:style>
      <dsp:txBody>
        <a:bodyPr spcFirstLastPara="0" vert="horz" wrap="square" lIns="497968" tIns="57150" rIns="106680" bIns="57150" numCol="1" spcCol="1270" anchor="ctr" anchorCtr="0">
          <a:noAutofit/>
        </a:bodyPr>
        <a:lstStyle/>
        <a:p>
          <a:pPr lvl="0" algn="ctr" defTabSz="666750">
            <a:lnSpc>
              <a:spcPct val="90000"/>
            </a:lnSpc>
            <a:spcBef>
              <a:spcPct val="0"/>
            </a:spcBef>
            <a:spcAft>
              <a:spcPct val="35000"/>
            </a:spcAft>
          </a:pPr>
          <a:r>
            <a:rPr lang="es-MX" sz="1500" kern="1200" dirty="0" smtClean="0">
              <a:solidFill>
                <a:schemeClr val="tx1"/>
              </a:solidFill>
              <a:latin typeface="Century Gothic" panose="020B0502020202020204" pitchFamily="34" charset="0"/>
              <a:ea typeface="Arial Unicode MS" panose="020B0604020202020204" pitchFamily="34" charset="-128"/>
              <a:cs typeface="Arial Unicode MS" panose="020B0604020202020204" pitchFamily="34" charset="-128"/>
            </a:rPr>
            <a:t>Representa la planificación global como la programación concreta de procesos y/o proyectos determinados. </a:t>
          </a:r>
          <a:endParaRPr lang="es-MX" sz="1500" kern="1200" dirty="0">
            <a:solidFill>
              <a:schemeClr val="tx1"/>
            </a:solidFill>
          </a:endParaRPr>
        </a:p>
      </dsp:txBody>
      <dsp:txXfrm rot="10800000">
        <a:off x="1760438" y="1034"/>
        <a:ext cx="4465249" cy="1129250"/>
      </dsp:txXfrm>
    </dsp:sp>
    <dsp:sp modelId="{038B1F88-3D29-4196-9C81-62FCE65F52CD}">
      <dsp:nvSpPr>
        <dsp:cNvPr id="0" name=""/>
        <dsp:cNvSpPr/>
      </dsp:nvSpPr>
      <dsp:spPr>
        <a:xfrm>
          <a:off x="913501" y="1034"/>
          <a:ext cx="1129250" cy="1129250"/>
        </a:xfrm>
        <a:prstGeom prst="ellipse">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39000" r="-39000"/>
          </a:stretch>
        </a:blipFill>
        <a:ln w="25400" cap="flat" cmpd="sng" algn="ctr">
          <a:noFill/>
          <a:prstDash val="solid"/>
        </a:ln>
        <a:effectLst/>
        <a:scene3d>
          <a:camera prst="orthographicFront">
            <a:rot lat="0" lon="0" rev="0"/>
          </a:camera>
          <a:lightRig rig="contrasting" dir="t">
            <a:rot lat="0" lon="0" rev="7800000"/>
          </a:lightRig>
        </a:scene3d>
        <a:sp3d>
          <a:bevelT w="139700" h="139700"/>
        </a:sp3d>
      </dsp:spPr>
      <dsp:style>
        <a:lnRef idx="2">
          <a:scrgbClr r="0" g="0" b="0"/>
        </a:lnRef>
        <a:fillRef idx="1">
          <a:scrgbClr r="0" g="0" b="0"/>
        </a:fillRef>
        <a:effectRef idx="0">
          <a:scrgbClr r="0" g="0" b="0"/>
        </a:effectRef>
        <a:fontRef idx="minor"/>
      </dsp:style>
    </dsp:sp>
    <dsp:sp modelId="{6C042A17-4E3E-4F88-AB01-0818FCD3B86D}">
      <dsp:nvSpPr>
        <dsp:cNvPr id="0" name=""/>
        <dsp:cNvSpPr/>
      </dsp:nvSpPr>
      <dsp:spPr>
        <a:xfrm rot="10800000">
          <a:off x="1478126" y="1467374"/>
          <a:ext cx="4747561" cy="1129250"/>
        </a:xfrm>
        <a:prstGeom prst="homePlate">
          <a:avLst/>
        </a:prstGeom>
        <a:solidFill>
          <a:srgbClr val="00B050"/>
        </a:solidFill>
        <a:ln w="25400" cap="flat" cmpd="sng" algn="ctr">
          <a:noFill/>
          <a:prstDash val="solid"/>
        </a:ln>
        <a:effectLst/>
        <a:scene3d>
          <a:camera prst="orthographicFront">
            <a:rot lat="0" lon="0" rev="0"/>
          </a:camera>
          <a:lightRig rig="contrasting" dir="t">
            <a:rot lat="0" lon="0" rev="7800000"/>
          </a:lightRig>
        </a:scene3d>
        <a:sp3d>
          <a:bevelT w="139700" h="139700"/>
        </a:sp3d>
      </dsp:spPr>
      <dsp:style>
        <a:lnRef idx="2">
          <a:scrgbClr r="0" g="0" b="0"/>
        </a:lnRef>
        <a:fillRef idx="1">
          <a:scrgbClr r="0" g="0" b="0"/>
        </a:fillRef>
        <a:effectRef idx="0">
          <a:scrgbClr r="0" g="0" b="0"/>
        </a:effectRef>
        <a:fontRef idx="minor">
          <a:schemeClr val="lt1"/>
        </a:fontRef>
      </dsp:style>
      <dsp:txBody>
        <a:bodyPr spcFirstLastPara="0" vert="horz" wrap="square" lIns="497968" tIns="57150" rIns="106680" bIns="57150" numCol="1" spcCol="1270" anchor="ctr" anchorCtr="0">
          <a:noAutofit/>
        </a:bodyPr>
        <a:lstStyle/>
        <a:p>
          <a:pPr lvl="0" algn="ctr" defTabSz="666750">
            <a:lnSpc>
              <a:spcPct val="90000"/>
            </a:lnSpc>
            <a:spcBef>
              <a:spcPct val="0"/>
            </a:spcBef>
            <a:spcAft>
              <a:spcPct val="35000"/>
            </a:spcAft>
          </a:pPr>
          <a:r>
            <a:rPr lang="es-MX" sz="1500" kern="1200" dirty="0" smtClean="0">
              <a:solidFill>
                <a:schemeClr val="tx1"/>
              </a:solidFill>
              <a:latin typeface="Century Gothic" panose="020B0502020202020204" pitchFamily="34" charset="0"/>
              <a:ea typeface="Arial Unicode MS" panose="020B0604020202020204" pitchFamily="34" charset="-128"/>
              <a:cs typeface="Arial Unicode MS" panose="020B0604020202020204" pitchFamily="34" charset="-128"/>
            </a:rPr>
            <a:t>Representa el desarrollo de las diversas tareas o actividades requeridas durante un período de tiempo de una forma sencilla y de fácil y rápida comprensión.</a:t>
          </a:r>
          <a:endParaRPr lang="es-MX" sz="1500" kern="1200" dirty="0">
            <a:solidFill>
              <a:schemeClr val="tx1"/>
            </a:solidFill>
          </a:endParaRPr>
        </a:p>
      </dsp:txBody>
      <dsp:txXfrm rot="10800000">
        <a:off x="1760438" y="1467374"/>
        <a:ext cx="4465249" cy="1129250"/>
      </dsp:txXfrm>
    </dsp:sp>
    <dsp:sp modelId="{DE877FAE-F562-48E0-9780-839C624D3F3C}">
      <dsp:nvSpPr>
        <dsp:cNvPr id="0" name=""/>
        <dsp:cNvSpPr/>
      </dsp:nvSpPr>
      <dsp:spPr>
        <a:xfrm>
          <a:off x="913501" y="1467374"/>
          <a:ext cx="1129250" cy="1129250"/>
        </a:xfrm>
        <a:prstGeom prst="ellipse">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a:stretch>
        </a:blipFill>
        <a:ln w="25400" cap="flat" cmpd="sng" algn="ctr">
          <a:noFill/>
          <a:prstDash val="solid"/>
        </a:ln>
        <a:effectLst/>
        <a:scene3d>
          <a:camera prst="orthographicFront">
            <a:rot lat="0" lon="0" rev="0"/>
          </a:camera>
          <a:lightRig rig="contrasting" dir="t">
            <a:rot lat="0" lon="0" rev="7800000"/>
          </a:lightRig>
        </a:scene3d>
        <a:sp3d>
          <a:bevelT w="139700" h="139700"/>
        </a:sp3d>
      </dsp:spPr>
      <dsp:style>
        <a:lnRef idx="2">
          <a:scrgbClr r="0" g="0" b="0"/>
        </a:lnRef>
        <a:fillRef idx="1">
          <a:scrgbClr r="0" g="0" b="0"/>
        </a:fillRef>
        <a:effectRef idx="0">
          <a:scrgbClr r="0" g="0" b="0"/>
        </a:effectRef>
        <a:fontRef idx="minor"/>
      </dsp:style>
    </dsp:sp>
    <dsp:sp modelId="{270C2E57-9A47-4D6C-99A5-65F557F604F9}">
      <dsp:nvSpPr>
        <dsp:cNvPr id="0" name=""/>
        <dsp:cNvSpPr/>
      </dsp:nvSpPr>
      <dsp:spPr>
        <a:xfrm rot="10800000">
          <a:off x="1478126" y="2933714"/>
          <a:ext cx="4747561" cy="1129250"/>
        </a:xfrm>
        <a:prstGeom prst="homePlate">
          <a:avLst/>
        </a:prstGeom>
        <a:solidFill>
          <a:schemeClr val="accent6">
            <a:lumMod val="60000"/>
            <a:lumOff val="40000"/>
          </a:schemeClr>
        </a:solidFill>
        <a:ln w="25400" cap="flat" cmpd="sng" algn="ctr">
          <a:noFill/>
          <a:prstDash val="solid"/>
        </a:ln>
        <a:effectLst/>
        <a:scene3d>
          <a:camera prst="orthographicFront">
            <a:rot lat="0" lon="0" rev="0"/>
          </a:camera>
          <a:lightRig rig="contrasting" dir="t">
            <a:rot lat="0" lon="0" rev="7800000"/>
          </a:lightRig>
        </a:scene3d>
        <a:sp3d>
          <a:bevelT w="139700" h="139700"/>
        </a:sp3d>
      </dsp:spPr>
      <dsp:style>
        <a:lnRef idx="2">
          <a:scrgbClr r="0" g="0" b="0"/>
        </a:lnRef>
        <a:fillRef idx="1">
          <a:scrgbClr r="0" g="0" b="0"/>
        </a:fillRef>
        <a:effectRef idx="0">
          <a:scrgbClr r="0" g="0" b="0"/>
        </a:effectRef>
        <a:fontRef idx="minor">
          <a:schemeClr val="lt1"/>
        </a:fontRef>
      </dsp:style>
      <dsp:txBody>
        <a:bodyPr spcFirstLastPara="0" vert="horz" wrap="square" lIns="497968" tIns="57150" rIns="106680" bIns="57150" numCol="1" spcCol="1270" anchor="ctr" anchorCtr="0">
          <a:noAutofit/>
        </a:bodyPr>
        <a:lstStyle/>
        <a:p>
          <a:pPr lvl="0" algn="ctr" defTabSz="666750">
            <a:lnSpc>
              <a:spcPct val="90000"/>
            </a:lnSpc>
            <a:spcBef>
              <a:spcPct val="0"/>
            </a:spcBef>
            <a:spcAft>
              <a:spcPct val="35000"/>
            </a:spcAft>
          </a:pPr>
          <a:r>
            <a:rPr lang="es-MX" sz="1500" kern="1200" dirty="0" smtClean="0">
              <a:solidFill>
                <a:schemeClr val="tx1"/>
              </a:solidFill>
              <a:latin typeface="Century Gothic" panose="020B0502020202020204" pitchFamily="34" charset="0"/>
              <a:ea typeface="Arial Unicode MS" panose="020B0604020202020204" pitchFamily="34" charset="-128"/>
              <a:cs typeface="Arial Unicode MS" panose="020B0604020202020204" pitchFamily="34" charset="-128"/>
            </a:rPr>
            <a:t>Identifica perfectamente las sucesivas fases de que consta un proceso o un proyecto.</a:t>
          </a:r>
          <a:endParaRPr lang="es-MX" sz="1500" kern="1200" dirty="0">
            <a:solidFill>
              <a:schemeClr val="tx1"/>
            </a:solidFill>
          </a:endParaRPr>
        </a:p>
      </dsp:txBody>
      <dsp:txXfrm rot="10800000">
        <a:off x="1760438" y="2933714"/>
        <a:ext cx="4465249" cy="1129250"/>
      </dsp:txXfrm>
    </dsp:sp>
    <dsp:sp modelId="{69F70C6F-D049-49AE-859A-D105FE5E762C}">
      <dsp:nvSpPr>
        <dsp:cNvPr id="0" name=""/>
        <dsp:cNvSpPr/>
      </dsp:nvSpPr>
      <dsp:spPr>
        <a:xfrm>
          <a:off x="913501" y="2933714"/>
          <a:ext cx="1129250" cy="1129250"/>
        </a:xfrm>
        <a:prstGeom prst="ellipse">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l="-25000" r="-25000"/>
          </a:stretch>
        </a:blipFill>
        <a:ln w="25400" cap="flat" cmpd="sng" algn="ctr">
          <a:noFill/>
          <a:prstDash val="solid"/>
        </a:ln>
        <a:effectLst/>
        <a:scene3d>
          <a:camera prst="orthographicFront">
            <a:rot lat="0" lon="0" rev="0"/>
          </a:camera>
          <a:lightRig rig="contrasting" dir="t">
            <a:rot lat="0" lon="0" rev="7800000"/>
          </a:lightRig>
        </a:scene3d>
        <a:sp3d>
          <a:bevelT w="139700" h="139700"/>
        </a:sp3d>
      </dsp:spPr>
      <dsp:style>
        <a:lnRef idx="2">
          <a:scrgbClr r="0" g="0" b="0"/>
        </a:lnRef>
        <a:fillRef idx="1">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7AFCBE-8421-4D67-BAC8-73A197D91E3B}">
      <dsp:nvSpPr>
        <dsp:cNvPr id="0" name=""/>
        <dsp:cNvSpPr/>
      </dsp:nvSpPr>
      <dsp:spPr>
        <a:xfrm>
          <a:off x="2655693" y="1272"/>
          <a:ext cx="2696660" cy="1219656"/>
        </a:xfrm>
        <a:prstGeom prst="rect">
          <a:avLst/>
        </a:prstGeom>
        <a:solidFill>
          <a:srgbClr val="7030A0">
            <a:alpha val="42000"/>
          </a:srgbClr>
        </a:solidFill>
        <a:ln w="25400" cap="flat" cmpd="sng" algn="ctr">
          <a:noFill/>
          <a:prstDash val="solid"/>
        </a:ln>
        <a:effectLst>
          <a:outerShdw blurRad="149987" dist="250190" dir="8460000" algn="ctr" rotWithShape="0">
            <a:srgbClr val="000000">
              <a:alpha val="28000"/>
            </a:srgbClr>
          </a:outerShdw>
        </a:effectLst>
        <a:scene3d>
          <a:camera prst="orthographicFront">
            <a:rot lat="0" lon="0" rev="0"/>
          </a:camera>
          <a:lightRig rig="contrasting" dir="t">
            <a:rot lat="0" lon="0" rev="1500000"/>
          </a:lightRig>
        </a:scene3d>
        <a:sp3d prstMaterial="metal">
          <a:bevelT w="88900" h="88900"/>
        </a:sp3d>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lvl="0" algn="ctr" defTabSz="844550">
            <a:lnSpc>
              <a:spcPct val="90000"/>
            </a:lnSpc>
            <a:spcBef>
              <a:spcPct val="0"/>
            </a:spcBef>
            <a:spcAft>
              <a:spcPct val="35000"/>
            </a:spcAft>
          </a:pPr>
          <a:r>
            <a:rPr lang="es-ES" sz="1900" kern="1200" dirty="0" smtClean="0">
              <a:solidFill>
                <a:schemeClr val="tx1"/>
              </a:solidFill>
              <a:latin typeface="Century Gothic" panose="020B0502020202020204" pitchFamily="34" charset="0"/>
              <a:ea typeface="Arial" panose="020B0604020202020204" pitchFamily="34" charset="0"/>
            </a:rPr>
            <a:t>Vigilar el cumplimiento de un proyecto en el tiempo.</a:t>
          </a:r>
          <a:endParaRPr lang="es-MX" sz="1900" kern="1200" dirty="0">
            <a:solidFill>
              <a:schemeClr val="tx1"/>
            </a:solidFill>
          </a:endParaRPr>
        </a:p>
      </dsp:txBody>
      <dsp:txXfrm>
        <a:off x="2655693" y="1272"/>
        <a:ext cx="2696660" cy="1219656"/>
      </dsp:txXfrm>
    </dsp:sp>
    <dsp:sp modelId="{7AEDAE09-D724-41C9-93F2-034287CADB64}">
      <dsp:nvSpPr>
        <dsp:cNvPr id="0" name=""/>
        <dsp:cNvSpPr/>
      </dsp:nvSpPr>
      <dsp:spPr>
        <a:xfrm>
          <a:off x="1327488" y="1272"/>
          <a:ext cx="1207459" cy="1219656"/>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1000" r="-1000"/>
          </a:stretch>
        </a:blipFill>
        <a:ln w="25400" cap="flat" cmpd="sng" algn="ctr">
          <a:noFill/>
          <a:prstDash val="solid"/>
        </a:ln>
        <a:effectLst>
          <a:outerShdw blurRad="225425" dist="50800" dir="5220000" algn="ctr" rotWithShape="0">
            <a:srgbClr val="000000">
              <a:alpha val="33000"/>
            </a:srgbClr>
          </a:outerShdw>
        </a:effectLst>
        <a:scene3d>
          <a:camera prst="perspectiveFront" fov="3300000">
            <a:rot lat="486000" lon="19530000" rev="174000"/>
          </a:camera>
          <a:lightRig rig="harsh" dir="t">
            <a:rot lat="0" lon="0" rev="3000000"/>
          </a:lightRig>
        </a:scene3d>
        <a:sp3d extrusionH="254000" contourW="19050">
          <a:bevelT w="82550" h="44450" prst="angle"/>
          <a:bevelB w="82550" h="44450" prst="angle"/>
          <a:contourClr>
            <a:srgbClr val="FFFFFF"/>
          </a:contourClr>
        </a:sp3d>
      </dsp:spPr>
      <dsp:style>
        <a:lnRef idx="2">
          <a:scrgbClr r="0" g="0" b="0"/>
        </a:lnRef>
        <a:fillRef idx="1">
          <a:scrgbClr r="0" g="0" b="0"/>
        </a:fillRef>
        <a:effectRef idx="0">
          <a:scrgbClr r="0" g="0" b="0"/>
        </a:effectRef>
        <a:fontRef idx="minor">
          <a:schemeClr val="lt1"/>
        </a:fontRef>
      </dsp:style>
    </dsp:sp>
    <dsp:sp modelId="{4F298EAE-9A71-42AF-A174-0711CDDE24D5}">
      <dsp:nvSpPr>
        <dsp:cNvPr id="0" name=""/>
        <dsp:cNvSpPr/>
      </dsp:nvSpPr>
      <dsp:spPr>
        <a:xfrm>
          <a:off x="1327488" y="1422171"/>
          <a:ext cx="2696660" cy="1219656"/>
        </a:xfrm>
        <a:prstGeom prst="rect">
          <a:avLst/>
        </a:prstGeom>
        <a:solidFill>
          <a:srgbClr val="CC00CC">
            <a:alpha val="50000"/>
          </a:srgbClr>
        </a:solidFill>
        <a:ln w="25400" cap="flat" cmpd="sng" algn="ctr">
          <a:noFill/>
          <a:prstDash val="solid"/>
        </a:ln>
        <a:effectLst>
          <a:outerShdw blurRad="149987" dist="250190" dir="8460000" algn="ctr" rotWithShape="0">
            <a:srgbClr val="000000">
              <a:alpha val="28000"/>
            </a:srgbClr>
          </a:outerShdw>
        </a:effectLst>
        <a:scene3d>
          <a:camera prst="orthographicFront">
            <a:rot lat="0" lon="0" rev="0"/>
          </a:camera>
          <a:lightRig rig="contrasting" dir="t">
            <a:rot lat="0" lon="0" rev="1500000"/>
          </a:lightRig>
        </a:scene3d>
        <a:sp3d prstMaterial="metal">
          <a:bevelT w="88900" h="88900"/>
        </a:sp3d>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lvl="0" algn="ctr" defTabSz="844550">
            <a:lnSpc>
              <a:spcPct val="90000"/>
            </a:lnSpc>
            <a:spcBef>
              <a:spcPct val="0"/>
            </a:spcBef>
            <a:spcAft>
              <a:spcPct val="35000"/>
            </a:spcAft>
          </a:pPr>
          <a:r>
            <a:rPr lang="es-ES" sz="1900" kern="1200" dirty="0" smtClean="0">
              <a:solidFill>
                <a:schemeClr val="tx1"/>
              </a:solidFill>
              <a:latin typeface="Century Gothic" panose="020B0502020202020204" pitchFamily="34" charset="0"/>
              <a:ea typeface="Arial" panose="020B0604020202020204" pitchFamily="34" charset="0"/>
            </a:rPr>
            <a:t>Determinar el avance en un momento dado.</a:t>
          </a:r>
          <a:endParaRPr lang="es-MX" sz="1900" kern="1200" dirty="0">
            <a:solidFill>
              <a:schemeClr val="tx1"/>
            </a:solidFill>
          </a:endParaRPr>
        </a:p>
      </dsp:txBody>
      <dsp:txXfrm>
        <a:off x="1327488" y="1422171"/>
        <a:ext cx="2696660" cy="1219656"/>
      </dsp:txXfrm>
    </dsp:sp>
    <dsp:sp modelId="{8EC0B652-BC50-4AF5-85A5-B23ABF042888}">
      <dsp:nvSpPr>
        <dsp:cNvPr id="0" name=""/>
        <dsp:cNvSpPr/>
      </dsp:nvSpPr>
      <dsp:spPr>
        <a:xfrm>
          <a:off x="4144894" y="1422171"/>
          <a:ext cx="1207459" cy="1219656"/>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t="-3000" b="-3000"/>
          </a:stretch>
        </a:blipFill>
        <a:ln w="25400" cap="flat" cmpd="sng" algn="ctr">
          <a:noFill/>
          <a:prstDash val="solid"/>
        </a:ln>
        <a:effectLst>
          <a:outerShdw blurRad="225425" dist="50800" dir="5220000" algn="ctr" rotWithShape="0">
            <a:srgbClr val="000000">
              <a:alpha val="33000"/>
            </a:srgbClr>
          </a:outerShdw>
        </a:effectLst>
        <a:scene3d>
          <a:camera prst="perspectiveFront" fov="3300000">
            <a:rot lat="486000" lon="19530000" rev="174000"/>
          </a:camera>
          <a:lightRig rig="harsh" dir="t">
            <a:rot lat="0" lon="0" rev="3000000"/>
          </a:lightRig>
        </a:scene3d>
        <a:sp3d extrusionH="254000" contourW="19050">
          <a:bevelT w="82550" h="44450" prst="angle"/>
          <a:bevelB w="82550" h="44450" prst="angle"/>
          <a:contourClr>
            <a:srgbClr val="FFFFFF"/>
          </a:contourClr>
        </a:sp3d>
      </dsp:spPr>
      <dsp:style>
        <a:lnRef idx="2">
          <a:scrgbClr r="0" g="0" b="0"/>
        </a:lnRef>
        <a:fillRef idx="1">
          <a:scrgbClr r="0" g="0" b="0"/>
        </a:fillRef>
        <a:effectRef idx="0">
          <a:scrgbClr r="0" g="0" b="0"/>
        </a:effectRef>
        <a:fontRef idx="minor">
          <a:schemeClr val="lt1"/>
        </a:fontRef>
      </dsp:style>
    </dsp:sp>
    <dsp:sp modelId="{FD9912F2-468F-4B2B-8199-144354552468}">
      <dsp:nvSpPr>
        <dsp:cNvPr id="0" name=""/>
        <dsp:cNvSpPr/>
      </dsp:nvSpPr>
      <dsp:spPr>
        <a:xfrm>
          <a:off x="2655693" y="2843071"/>
          <a:ext cx="2696660" cy="1219656"/>
        </a:xfrm>
        <a:prstGeom prst="rect">
          <a:avLst/>
        </a:prstGeom>
        <a:solidFill>
          <a:srgbClr val="7030A0">
            <a:alpha val="50000"/>
          </a:srgbClr>
        </a:solidFill>
        <a:ln w="25400" cap="flat" cmpd="sng" algn="ctr">
          <a:noFill/>
          <a:prstDash val="solid"/>
        </a:ln>
        <a:effectLst>
          <a:outerShdw blurRad="149987" dist="250190" dir="8460000" algn="ctr" rotWithShape="0">
            <a:srgbClr val="000000">
              <a:alpha val="28000"/>
            </a:srgbClr>
          </a:outerShdw>
        </a:effectLst>
        <a:scene3d>
          <a:camera prst="orthographicFront">
            <a:rot lat="0" lon="0" rev="0"/>
          </a:camera>
          <a:lightRig rig="contrasting" dir="t">
            <a:rot lat="0" lon="0" rev="1500000"/>
          </a:lightRig>
        </a:scene3d>
        <a:sp3d prstMaterial="metal">
          <a:bevelT w="88900" h="88900"/>
        </a:sp3d>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lvl="0" algn="ctr" defTabSz="844550">
            <a:lnSpc>
              <a:spcPct val="90000"/>
            </a:lnSpc>
            <a:spcBef>
              <a:spcPct val="0"/>
            </a:spcBef>
            <a:spcAft>
              <a:spcPct val="35000"/>
            </a:spcAft>
          </a:pPr>
          <a:r>
            <a:rPr lang="es-ES" sz="1900" kern="1200" dirty="0" smtClean="0">
              <a:solidFill>
                <a:schemeClr val="tx1"/>
              </a:solidFill>
              <a:latin typeface="Century Gothic" panose="020B0502020202020204" pitchFamily="34" charset="0"/>
              <a:ea typeface="Arial" panose="020B0604020202020204" pitchFamily="34" charset="0"/>
            </a:rPr>
            <a:t>Comprobar la puesta en práctica de las soluciones.</a:t>
          </a:r>
          <a:endParaRPr lang="es-MX" sz="1900" kern="1200" dirty="0">
            <a:solidFill>
              <a:schemeClr val="tx1"/>
            </a:solidFill>
          </a:endParaRPr>
        </a:p>
      </dsp:txBody>
      <dsp:txXfrm>
        <a:off x="2655693" y="2843071"/>
        <a:ext cx="2696660" cy="1219656"/>
      </dsp:txXfrm>
    </dsp:sp>
    <dsp:sp modelId="{7C9B81B2-8BFC-4C83-B5EA-71E9E89C17D6}">
      <dsp:nvSpPr>
        <dsp:cNvPr id="0" name=""/>
        <dsp:cNvSpPr/>
      </dsp:nvSpPr>
      <dsp:spPr>
        <a:xfrm>
          <a:off x="1327488" y="2843071"/>
          <a:ext cx="1207459" cy="1219656"/>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l="-13000" r="-13000"/>
          </a:stretch>
        </a:blipFill>
        <a:ln w="25400" cap="flat" cmpd="sng" algn="ctr">
          <a:noFill/>
          <a:prstDash val="solid"/>
        </a:ln>
        <a:effectLst>
          <a:outerShdw blurRad="225425" dist="50800" dir="5220000" algn="ctr" rotWithShape="0">
            <a:srgbClr val="000000">
              <a:alpha val="33000"/>
            </a:srgbClr>
          </a:outerShdw>
        </a:effectLst>
        <a:scene3d>
          <a:camera prst="perspectiveFront" fov="3300000">
            <a:rot lat="486000" lon="19530000" rev="174000"/>
          </a:camera>
          <a:lightRig rig="harsh" dir="t">
            <a:rot lat="0" lon="0" rev="3000000"/>
          </a:lightRig>
        </a:scene3d>
        <a:sp3d extrusionH="254000" contourW="19050">
          <a:bevelT w="82550" h="44450" prst="angle"/>
          <a:bevelB w="82550" h="44450" prst="angle"/>
          <a:contourClr>
            <a:srgbClr val="FFFFFF"/>
          </a:contourClr>
        </a:sp3d>
      </dsp:spPr>
      <dsp:style>
        <a:lnRef idx="2">
          <a:scrgbClr r="0" g="0" b="0"/>
        </a:lnRef>
        <a:fillRef idx="1">
          <a:scrgbClr r="0" g="0" b="0"/>
        </a:fillRef>
        <a:effectRef idx="0">
          <a:scrgbClr r="0" g="0" b="0"/>
        </a:effectRef>
        <a:fontRef idx="minor">
          <a:schemeClr val="lt1"/>
        </a:fontRef>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600C373-CF0D-49F8-8BC4-511CC351FD81}">
      <dsp:nvSpPr>
        <dsp:cNvPr id="0" name=""/>
        <dsp:cNvSpPr/>
      </dsp:nvSpPr>
      <dsp:spPr>
        <a:xfrm rot="16200000">
          <a:off x="-1455004" y="1458132"/>
          <a:ext cx="4152323" cy="1236057"/>
        </a:xfrm>
        <a:prstGeom prst="flowChartManualOperation">
          <a:avLst/>
        </a:prstGeom>
        <a:solidFill>
          <a:srgbClr val="FF66FF"/>
        </a:solidFill>
        <a:ln w="25400" cap="flat" cmpd="sng" algn="ctr">
          <a:noFill/>
          <a:prstDash val="solid"/>
        </a:ln>
        <a:effectLst>
          <a:outerShdw blurRad="149987" dist="250190" dir="8460000" algn="ctr" rotWithShape="0">
            <a:srgbClr val="000000">
              <a:alpha val="28000"/>
            </a:srgbClr>
          </a:outerShdw>
        </a:effectLst>
        <a:scene3d>
          <a:camera prst="orthographicFront">
            <a:rot lat="0" lon="0" rev="0"/>
          </a:camera>
          <a:lightRig rig="contrasting" dir="t">
            <a:rot lat="0" lon="0" rev="1500000"/>
          </a:lightRig>
        </a:scene3d>
        <a:sp3d prstMaterial="metal">
          <a:bevelT w="88900" h="88900"/>
        </a:sp3d>
      </dsp:spPr>
      <dsp:style>
        <a:lnRef idx="2">
          <a:scrgbClr r="0" g="0" b="0"/>
        </a:lnRef>
        <a:fillRef idx="1">
          <a:scrgbClr r="0" g="0" b="0"/>
        </a:fillRef>
        <a:effectRef idx="0">
          <a:scrgbClr r="0" g="0" b="0"/>
        </a:effectRef>
        <a:fontRef idx="minor">
          <a:schemeClr val="lt1"/>
        </a:fontRef>
      </dsp:style>
      <dsp:txBody>
        <a:bodyPr spcFirstLastPara="0" vert="horz" wrap="square" lIns="76200" tIns="0" rIns="76200" bIns="0" numCol="1" spcCol="1270" anchor="ctr" anchorCtr="0">
          <a:noAutofit/>
        </a:bodyPr>
        <a:lstStyle/>
        <a:p>
          <a:pPr lvl="0" algn="ctr" defTabSz="533400">
            <a:lnSpc>
              <a:spcPct val="90000"/>
            </a:lnSpc>
            <a:spcBef>
              <a:spcPct val="0"/>
            </a:spcBef>
            <a:spcAft>
              <a:spcPct val="35000"/>
            </a:spcAft>
          </a:pPr>
          <a:r>
            <a:rPr lang="es-ES" sz="1200" b="1" kern="1200" dirty="0" smtClean="0">
              <a:solidFill>
                <a:schemeClr val="bg1"/>
              </a:solidFill>
              <a:latin typeface="Century Gothic" panose="020B0502020202020204" pitchFamily="34" charset="0"/>
              <a:ea typeface="Arial" panose="020B0604020202020204" pitchFamily="34" charset="0"/>
              <a:cs typeface="Arial" panose="020B0604020202020204" pitchFamily="34" charset="0"/>
            </a:rPr>
            <a:t>Identificar y listar todas las acciones que se deben realizar para cumplir con el objetivo.</a:t>
          </a:r>
          <a:endParaRPr lang="es-MX" sz="1200" b="1" kern="1200" dirty="0">
            <a:solidFill>
              <a:schemeClr val="bg1"/>
            </a:solidFill>
            <a:latin typeface="Century Gothic" panose="020B0502020202020204" pitchFamily="34" charset="0"/>
          </a:endParaRPr>
        </a:p>
      </dsp:txBody>
      <dsp:txXfrm rot="5400000">
        <a:off x="3129" y="830464"/>
        <a:ext cx="1236057" cy="2491393"/>
      </dsp:txXfrm>
    </dsp:sp>
    <dsp:sp modelId="{BA70BAC2-D87D-41D0-A554-FCE71246EE8D}">
      <dsp:nvSpPr>
        <dsp:cNvPr id="0" name=""/>
        <dsp:cNvSpPr/>
      </dsp:nvSpPr>
      <dsp:spPr>
        <a:xfrm rot="16200000">
          <a:off x="-118011" y="1458132"/>
          <a:ext cx="4152323" cy="1236057"/>
        </a:xfrm>
        <a:prstGeom prst="flowChartManualOperation">
          <a:avLst/>
        </a:prstGeom>
        <a:solidFill>
          <a:srgbClr val="FFCCCC"/>
        </a:solidFill>
        <a:ln w="25400" cap="flat" cmpd="sng" algn="ctr">
          <a:noFill/>
          <a:prstDash val="solid"/>
        </a:ln>
        <a:effectLst>
          <a:outerShdw blurRad="149987" dist="250190" dir="8460000" algn="ctr" rotWithShape="0">
            <a:srgbClr val="000000">
              <a:alpha val="28000"/>
            </a:srgbClr>
          </a:outerShdw>
        </a:effectLst>
        <a:scene3d>
          <a:camera prst="orthographicFront">
            <a:rot lat="0" lon="0" rev="0"/>
          </a:camera>
          <a:lightRig rig="contrasting" dir="t">
            <a:rot lat="0" lon="0" rev="1500000"/>
          </a:lightRig>
        </a:scene3d>
        <a:sp3d prstMaterial="metal">
          <a:bevelT w="88900" h="88900"/>
        </a:sp3d>
      </dsp:spPr>
      <dsp:style>
        <a:lnRef idx="2">
          <a:scrgbClr r="0" g="0" b="0"/>
        </a:lnRef>
        <a:fillRef idx="1">
          <a:scrgbClr r="0" g="0" b="0"/>
        </a:fillRef>
        <a:effectRef idx="0">
          <a:scrgbClr r="0" g="0" b="0"/>
        </a:effectRef>
        <a:fontRef idx="minor">
          <a:schemeClr val="lt1"/>
        </a:fontRef>
      </dsp:style>
      <dsp:txBody>
        <a:bodyPr spcFirstLastPara="0" vert="horz" wrap="square" lIns="76200" tIns="0" rIns="76200" bIns="0" numCol="1" spcCol="1270" anchor="ctr" anchorCtr="0">
          <a:noAutofit/>
        </a:bodyPr>
        <a:lstStyle/>
        <a:p>
          <a:pPr lvl="0" algn="ctr" defTabSz="533400">
            <a:lnSpc>
              <a:spcPct val="90000"/>
            </a:lnSpc>
            <a:spcBef>
              <a:spcPct val="0"/>
            </a:spcBef>
            <a:spcAft>
              <a:spcPct val="35000"/>
            </a:spcAft>
          </a:pPr>
          <a:r>
            <a:rPr lang="es-ES" sz="1200" b="1" kern="1200" dirty="0" smtClean="0">
              <a:solidFill>
                <a:schemeClr val="accent6">
                  <a:lumMod val="75000"/>
                </a:schemeClr>
              </a:solidFill>
              <a:latin typeface="Century Gothic" panose="020B0502020202020204" pitchFamily="34" charset="0"/>
              <a:ea typeface="Arial" panose="020B0604020202020204" pitchFamily="34" charset="0"/>
              <a:cs typeface="Arial" panose="020B0604020202020204" pitchFamily="34" charset="0"/>
            </a:rPr>
            <a:t>Determinar la secuencia de ejecución de las acciones.</a:t>
          </a:r>
          <a:endParaRPr lang="es-MX" sz="1200" b="1" kern="1200" dirty="0">
            <a:solidFill>
              <a:schemeClr val="accent6">
                <a:lumMod val="75000"/>
              </a:schemeClr>
            </a:solidFill>
            <a:latin typeface="Century Gothic" panose="020B0502020202020204" pitchFamily="34" charset="0"/>
          </a:endParaRPr>
        </a:p>
      </dsp:txBody>
      <dsp:txXfrm rot="5400000">
        <a:off x="1340122" y="830464"/>
        <a:ext cx="1236057" cy="2491393"/>
      </dsp:txXfrm>
    </dsp:sp>
    <dsp:sp modelId="{966FE9BB-B358-41F4-B11E-DF20FC96155F}">
      <dsp:nvSpPr>
        <dsp:cNvPr id="0" name=""/>
        <dsp:cNvSpPr/>
      </dsp:nvSpPr>
      <dsp:spPr>
        <a:xfrm rot="16200000">
          <a:off x="1202519" y="1458132"/>
          <a:ext cx="4152323" cy="1236057"/>
        </a:xfrm>
        <a:prstGeom prst="flowChartManualOperation">
          <a:avLst/>
        </a:prstGeom>
        <a:solidFill>
          <a:srgbClr val="FF66FF"/>
        </a:solidFill>
        <a:ln w="25400" cap="flat" cmpd="sng" algn="ctr">
          <a:noFill/>
          <a:prstDash val="solid"/>
        </a:ln>
        <a:effectLst>
          <a:outerShdw blurRad="149987" dist="250190" dir="8460000" algn="ctr" rotWithShape="0">
            <a:srgbClr val="000000">
              <a:alpha val="28000"/>
            </a:srgbClr>
          </a:outerShdw>
        </a:effectLst>
        <a:scene3d>
          <a:camera prst="orthographicFront">
            <a:rot lat="0" lon="0" rev="0"/>
          </a:camera>
          <a:lightRig rig="contrasting" dir="t">
            <a:rot lat="0" lon="0" rev="1500000"/>
          </a:lightRig>
        </a:scene3d>
        <a:sp3d prstMaterial="metal">
          <a:bevelT w="88900" h="88900"/>
        </a:sp3d>
      </dsp:spPr>
      <dsp:style>
        <a:lnRef idx="2">
          <a:scrgbClr r="0" g="0" b="0"/>
        </a:lnRef>
        <a:fillRef idx="1">
          <a:scrgbClr r="0" g="0" b="0"/>
        </a:fillRef>
        <a:effectRef idx="0">
          <a:scrgbClr r="0" g="0" b="0"/>
        </a:effectRef>
        <a:fontRef idx="minor">
          <a:schemeClr val="lt1"/>
        </a:fontRef>
      </dsp:style>
      <dsp:txBody>
        <a:bodyPr spcFirstLastPara="0" vert="horz" wrap="square" lIns="88900" tIns="0" rIns="88900" bIns="0" numCol="1" spcCol="1270" anchor="ctr" anchorCtr="0">
          <a:noAutofit/>
        </a:bodyPr>
        <a:lstStyle/>
        <a:p>
          <a:pPr lvl="0" algn="ctr" defTabSz="622300">
            <a:lnSpc>
              <a:spcPct val="90000"/>
            </a:lnSpc>
            <a:spcBef>
              <a:spcPct val="0"/>
            </a:spcBef>
            <a:spcAft>
              <a:spcPct val="35000"/>
            </a:spcAft>
          </a:pPr>
          <a:r>
            <a:rPr lang="es-ES" sz="1400" b="1" kern="1200" dirty="0" smtClean="0">
              <a:solidFill>
                <a:schemeClr val="bg1"/>
              </a:solidFill>
              <a:latin typeface="Century Gothic" panose="020B0502020202020204" pitchFamily="34" charset="0"/>
              <a:ea typeface="Arial" panose="020B0604020202020204" pitchFamily="34" charset="0"/>
              <a:cs typeface="Arial" panose="020B0604020202020204" pitchFamily="34" charset="0"/>
            </a:rPr>
            <a:t>Definir los responsables de ejecutar cada acción.</a:t>
          </a:r>
          <a:endParaRPr lang="es-MX" sz="1400" b="1" kern="1200" dirty="0">
            <a:solidFill>
              <a:schemeClr val="bg1"/>
            </a:solidFill>
            <a:latin typeface="Century Gothic" panose="020B0502020202020204" pitchFamily="34" charset="0"/>
          </a:endParaRPr>
        </a:p>
      </dsp:txBody>
      <dsp:txXfrm rot="5400000">
        <a:off x="2660652" y="830464"/>
        <a:ext cx="1236057" cy="2491393"/>
      </dsp:txXfrm>
    </dsp:sp>
    <dsp:sp modelId="{1810F19B-A592-4703-82EC-68AEE4CDF72D}">
      <dsp:nvSpPr>
        <dsp:cNvPr id="0" name=""/>
        <dsp:cNvSpPr/>
      </dsp:nvSpPr>
      <dsp:spPr>
        <a:xfrm rot="16200000">
          <a:off x="2554726" y="1458132"/>
          <a:ext cx="4152323" cy="1236057"/>
        </a:xfrm>
        <a:prstGeom prst="flowChartManualOperation">
          <a:avLst/>
        </a:prstGeom>
        <a:solidFill>
          <a:srgbClr val="FFCCCC"/>
        </a:solidFill>
        <a:ln w="25400" cap="flat" cmpd="sng" algn="ctr">
          <a:noFill/>
          <a:prstDash val="solid"/>
        </a:ln>
        <a:effectLst>
          <a:outerShdw blurRad="149987" dist="250190" dir="8460000" algn="ctr" rotWithShape="0">
            <a:srgbClr val="000000">
              <a:alpha val="28000"/>
            </a:srgbClr>
          </a:outerShdw>
        </a:effectLst>
        <a:scene3d>
          <a:camera prst="orthographicFront">
            <a:rot lat="0" lon="0" rev="0"/>
          </a:camera>
          <a:lightRig rig="contrasting" dir="t">
            <a:rot lat="0" lon="0" rev="1500000"/>
          </a:lightRig>
        </a:scene3d>
        <a:sp3d prstMaterial="metal">
          <a:bevelT w="88900" h="88900"/>
        </a:sp3d>
      </dsp:spPr>
      <dsp:style>
        <a:lnRef idx="2">
          <a:scrgbClr r="0" g="0" b="0"/>
        </a:lnRef>
        <a:fillRef idx="1">
          <a:scrgbClr r="0" g="0" b="0"/>
        </a:fillRef>
        <a:effectRef idx="0">
          <a:scrgbClr r="0" g="0" b="0"/>
        </a:effectRef>
        <a:fontRef idx="minor">
          <a:schemeClr val="lt1"/>
        </a:fontRef>
      </dsp:style>
      <dsp:txBody>
        <a:bodyPr spcFirstLastPara="0" vert="horz" wrap="square" lIns="76200" tIns="0" rIns="76200" bIns="0" numCol="1" spcCol="1270" anchor="ctr" anchorCtr="0">
          <a:noAutofit/>
        </a:bodyPr>
        <a:lstStyle/>
        <a:p>
          <a:pPr lvl="0" algn="ctr" defTabSz="533400">
            <a:lnSpc>
              <a:spcPct val="90000"/>
            </a:lnSpc>
            <a:spcBef>
              <a:spcPct val="0"/>
            </a:spcBef>
            <a:spcAft>
              <a:spcPct val="35000"/>
            </a:spcAft>
          </a:pPr>
          <a:r>
            <a:rPr lang="es-ES" sz="1200" b="1" kern="1200" dirty="0" smtClean="0">
              <a:solidFill>
                <a:schemeClr val="accent6">
                  <a:lumMod val="75000"/>
                </a:schemeClr>
              </a:solidFill>
              <a:latin typeface="Century Gothic" panose="020B0502020202020204" pitchFamily="34" charset="0"/>
              <a:ea typeface="Arial" panose="020B0604020202020204" pitchFamily="34" charset="0"/>
              <a:cs typeface="Arial" panose="020B0604020202020204" pitchFamily="34" charset="0"/>
            </a:rPr>
            <a:t>Escoger la unidad de tiempo adecuada para trazar el diagrama.</a:t>
          </a:r>
          <a:endParaRPr lang="es-MX" sz="1200" b="1" u="none" strike="noStrike" kern="1200" spc="0" dirty="0">
            <a:solidFill>
              <a:schemeClr val="accent6">
                <a:lumMod val="75000"/>
              </a:schemeClr>
            </a:solidFill>
            <a:effectLst/>
            <a:latin typeface="Century Gothic" panose="020B0502020202020204" pitchFamily="34" charset="0"/>
            <a:ea typeface="Arial" panose="020B0604020202020204" pitchFamily="34" charset="0"/>
            <a:cs typeface="Arial" panose="020B0604020202020204" pitchFamily="34" charset="0"/>
          </a:endParaRPr>
        </a:p>
      </dsp:txBody>
      <dsp:txXfrm rot="5400000">
        <a:off x="4012859" y="830464"/>
        <a:ext cx="1236057" cy="2491393"/>
      </dsp:txXfrm>
    </dsp:sp>
    <dsp:sp modelId="{BF9641E4-4A4C-46BC-BC15-EC544AD597F2}">
      <dsp:nvSpPr>
        <dsp:cNvPr id="0" name=""/>
        <dsp:cNvSpPr/>
      </dsp:nvSpPr>
      <dsp:spPr>
        <a:xfrm rot="16200000">
          <a:off x="3860044" y="1458132"/>
          <a:ext cx="4152323" cy="1236057"/>
        </a:xfrm>
        <a:prstGeom prst="flowChartManualOperation">
          <a:avLst/>
        </a:prstGeom>
        <a:solidFill>
          <a:srgbClr val="FF66FF"/>
        </a:solidFill>
        <a:ln w="25400" cap="flat" cmpd="sng" algn="ctr">
          <a:noFill/>
          <a:prstDash val="solid"/>
        </a:ln>
        <a:effectLst>
          <a:outerShdw blurRad="149987" dist="250190" dir="8460000" algn="ctr" rotWithShape="0">
            <a:srgbClr val="000000">
              <a:alpha val="28000"/>
            </a:srgbClr>
          </a:outerShdw>
        </a:effectLst>
        <a:scene3d>
          <a:camera prst="orthographicFront">
            <a:rot lat="0" lon="0" rev="0"/>
          </a:camera>
          <a:lightRig rig="contrasting" dir="t">
            <a:rot lat="0" lon="0" rev="1500000"/>
          </a:lightRig>
        </a:scene3d>
        <a:sp3d prstMaterial="metal">
          <a:bevelT w="88900" h="88900"/>
        </a:sp3d>
      </dsp:spPr>
      <dsp:style>
        <a:lnRef idx="2">
          <a:scrgbClr r="0" g="0" b="0"/>
        </a:lnRef>
        <a:fillRef idx="1">
          <a:scrgbClr r="0" g="0" b="0"/>
        </a:fillRef>
        <a:effectRef idx="0">
          <a:scrgbClr r="0" g="0" b="0"/>
        </a:effectRef>
        <a:fontRef idx="minor">
          <a:schemeClr val="lt1"/>
        </a:fontRef>
      </dsp:style>
      <dsp:txBody>
        <a:bodyPr spcFirstLastPara="0" vert="horz" wrap="square" lIns="76200" tIns="0" rIns="76200" bIns="0" numCol="1" spcCol="1270" anchor="ctr" anchorCtr="0">
          <a:noAutofit/>
        </a:bodyPr>
        <a:lstStyle/>
        <a:p>
          <a:pPr lvl="0" algn="ctr" defTabSz="533400">
            <a:lnSpc>
              <a:spcPct val="90000"/>
            </a:lnSpc>
            <a:spcBef>
              <a:spcPct val="0"/>
            </a:spcBef>
            <a:spcAft>
              <a:spcPct val="35000"/>
            </a:spcAft>
          </a:pPr>
          <a:r>
            <a:rPr lang="es-ES" sz="1200" b="1" kern="1200" dirty="0" smtClean="0">
              <a:solidFill>
                <a:schemeClr val="bg1"/>
              </a:solidFill>
              <a:latin typeface="Century Gothic" panose="020B0502020202020204" pitchFamily="34" charset="0"/>
              <a:ea typeface="Arial" panose="020B0604020202020204" pitchFamily="34" charset="0"/>
              <a:cs typeface="Arial" panose="020B0604020202020204" pitchFamily="34" charset="0"/>
            </a:rPr>
            <a:t>Estimar el tiempo que se requiere para ejecutar cada acción.</a:t>
          </a:r>
          <a:endParaRPr lang="es-MX" sz="1200" b="1" u="none" strike="noStrike" kern="1200" spc="0" dirty="0">
            <a:solidFill>
              <a:schemeClr val="bg1"/>
            </a:solidFill>
            <a:effectLst/>
            <a:latin typeface="Century Gothic" panose="020B0502020202020204" pitchFamily="34" charset="0"/>
            <a:ea typeface="Arial" panose="020B0604020202020204" pitchFamily="34" charset="0"/>
            <a:cs typeface="Arial" panose="020B0604020202020204" pitchFamily="34" charset="0"/>
          </a:endParaRPr>
        </a:p>
      </dsp:txBody>
      <dsp:txXfrm rot="5400000">
        <a:off x="5318177" y="830464"/>
        <a:ext cx="1236057" cy="2491393"/>
      </dsp:txXfrm>
    </dsp:sp>
    <dsp:sp modelId="{C0C9BCE7-3A34-47C8-925E-BF0F66F3216D}">
      <dsp:nvSpPr>
        <dsp:cNvPr id="0" name=""/>
        <dsp:cNvSpPr/>
      </dsp:nvSpPr>
      <dsp:spPr>
        <a:xfrm rot="16200000">
          <a:off x="5155953" y="1458132"/>
          <a:ext cx="4152323" cy="1236057"/>
        </a:xfrm>
        <a:prstGeom prst="flowChartManualOperation">
          <a:avLst/>
        </a:prstGeom>
        <a:solidFill>
          <a:srgbClr val="FFCCCC"/>
        </a:solidFill>
        <a:ln w="25400" cap="flat" cmpd="sng" algn="ctr">
          <a:noFill/>
          <a:prstDash val="solid"/>
        </a:ln>
        <a:effectLst>
          <a:outerShdw blurRad="149987" dist="250190" dir="8460000" algn="ctr" rotWithShape="0">
            <a:srgbClr val="000000">
              <a:alpha val="28000"/>
            </a:srgbClr>
          </a:outerShdw>
        </a:effectLst>
        <a:scene3d>
          <a:camera prst="orthographicFront">
            <a:rot lat="0" lon="0" rev="0"/>
          </a:camera>
          <a:lightRig rig="contrasting" dir="t">
            <a:rot lat="0" lon="0" rev="1500000"/>
          </a:lightRig>
        </a:scene3d>
        <a:sp3d prstMaterial="metal">
          <a:bevelT w="88900" h="88900"/>
        </a:sp3d>
      </dsp:spPr>
      <dsp:style>
        <a:lnRef idx="2">
          <a:scrgbClr r="0" g="0" b="0"/>
        </a:lnRef>
        <a:fillRef idx="1">
          <a:scrgbClr r="0" g="0" b="0"/>
        </a:fillRef>
        <a:effectRef idx="0">
          <a:scrgbClr r="0" g="0" b="0"/>
        </a:effectRef>
        <a:fontRef idx="minor">
          <a:schemeClr val="lt1"/>
        </a:fontRef>
      </dsp:style>
      <dsp:txBody>
        <a:bodyPr spcFirstLastPara="0" vert="horz" wrap="square" lIns="76200" tIns="0" rIns="76200" bIns="0" numCol="1" spcCol="1270" anchor="ctr" anchorCtr="0">
          <a:noAutofit/>
        </a:bodyPr>
        <a:lstStyle/>
        <a:p>
          <a:pPr lvl="0" algn="ctr" defTabSz="533400">
            <a:lnSpc>
              <a:spcPct val="90000"/>
            </a:lnSpc>
            <a:spcBef>
              <a:spcPct val="0"/>
            </a:spcBef>
            <a:spcAft>
              <a:spcPct val="35000"/>
            </a:spcAft>
          </a:pPr>
          <a:r>
            <a:rPr lang="es-MX" sz="1200" b="1" kern="1200" dirty="0" smtClean="0">
              <a:solidFill>
                <a:schemeClr val="accent6">
                  <a:lumMod val="75000"/>
                </a:schemeClr>
              </a:solidFill>
              <a:latin typeface="Century Gothic" panose="020B0502020202020204" pitchFamily="34" charset="0"/>
              <a:ea typeface="Arial Unicode MS" panose="020B0604020202020204" pitchFamily="34" charset="-128"/>
              <a:cs typeface="Arial Unicode MS" panose="020B0604020202020204" pitchFamily="34" charset="-128"/>
            </a:rPr>
            <a:t>Trasladar la información anterior a las ubicaciones correspondientes en el diagrama.</a:t>
          </a:r>
          <a:endParaRPr lang="es-MX" sz="1200" b="1" kern="1200" dirty="0">
            <a:solidFill>
              <a:schemeClr val="accent6">
                <a:lumMod val="75000"/>
              </a:schemeClr>
            </a:solidFill>
            <a:latin typeface="Century Gothic" panose="020B0502020202020204" pitchFamily="34" charset="0"/>
          </a:endParaRPr>
        </a:p>
      </dsp:txBody>
      <dsp:txXfrm rot="5400000">
        <a:off x="6614086" y="830464"/>
        <a:ext cx="1236057" cy="2491393"/>
      </dsp:txXfrm>
    </dsp:sp>
  </dsp:spTree>
</dsp:drawing>
</file>

<file path=ppt/diagrams/layout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PictureStrips">
  <dgm:title val=""/>
  <dgm:desc val=""/>
  <dgm:catLst>
    <dgm:cat type="list" pri="12500"/>
    <dgm:cat type="picture" pri="13000"/>
    <dgm:cat type="pictureconvert" pri="13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40" srcId="0" destId="10" srcOrd="0" destOrd="0"/>
        <dgm:cxn modelId="50" srcId="0" destId="20" srcOrd="1" destOrd="0"/>
        <dgm:cxn modelId="60" srcId="0" destId="30" srcOrd="2" destOrd="0"/>
        <dgm:cxn modelId="70" srcId="0" destId="40" srcOrd="2" destOrd="0"/>
      </dgm:cxnLst>
      <dgm:bg/>
      <dgm:whole/>
    </dgm:dataModel>
  </dgm:clrData>
  <dgm:layoutNode name="Name0">
    <dgm:varLst>
      <dgm:dir/>
      <dgm:resizeHandles val="exact"/>
    </dgm:varLst>
    <dgm:choose name="Name1">
      <dgm:if name="Name2" func="var" arg="dir" op="equ" val="norm">
        <dgm:alg type="snake">
          <dgm:param type="off" val="ctr"/>
        </dgm:alg>
      </dgm:if>
      <dgm:else name="Name3">
        <dgm:alg type="snake">
          <dgm:param type="off" val="ctr"/>
          <dgm:param type="grDir" val="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h"/>
      <dgm:constr type="sp" refType="h" refFor="ch" refForName="composite" op="equ" fact="0.1"/>
      <dgm:constr type="h" for="ch" forName="sibTrans" refType="h" refFor="ch" refForName="composite" op="equ" fact="0.1"/>
      <dgm:constr type="w" for="ch" forName="sibTrans" refType="h" refFor="ch" refForName="sibTrans" op="equ"/>
    </dgm:constrLst>
    <dgm:forEach name="nodesForEach" axis="ch" ptType="node">
      <dgm:layoutNode name="composite">
        <dgm:alg type="composite">
          <dgm:param type="ar" val="3"/>
        </dgm:alg>
        <dgm:shape xmlns:r="http://schemas.openxmlformats.org/officeDocument/2006/relationships" r:blip="">
          <dgm:adjLst/>
        </dgm:shape>
        <dgm:choose name="Name4">
          <dgm:if name="Name5" func="var" arg="dir" op="equ" val="norm">
            <dgm:constrLst>
              <dgm:constr type="l" for="ch" forName="rect1" refType="w" fact="0.04"/>
              <dgm:constr type="t" for="ch" forName="rect1" refType="h" fact="0.13"/>
              <dgm:constr type="w" for="ch" forName="rect1" refType="w" fact="0.96"/>
              <dgm:constr type="h" for="ch" forName="rect1" refType="h" fact="0.9"/>
              <dgm:constr type="l" for="ch" forName="rect2" refType="w" fact="0"/>
              <dgm:constr type="t" for="ch" forName="rect2" refType="h" fact="0"/>
              <dgm:constr type="w" for="ch" forName="rect2" refType="w" fact="0.21"/>
              <dgm:constr type="h" for="ch" forName="rect2" refType="w" fact="0.315"/>
            </dgm:constrLst>
          </dgm:if>
          <dgm:else name="Name6">
            <dgm:constrLst>
              <dgm:constr type="l" for="ch" forName="rect1" refType="w" fact="0"/>
              <dgm:constr type="t" for="ch" forName="rect1" refType="h" fact="0.13"/>
              <dgm:constr type="w" for="ch" forName="rect1" refType="w" fact="0.96"/>
              <dgm:constr type="h" for="ch" forName="rect1" refType="h" fact="0.9"/>
              <dgm:constr type="l" for="ch" forName="rect2" refType="w" fact="0.79"/>
              <dgm:constr type="t" for="ch" forName="rect2" refType="h" fact="0"/>
              <dgm:constr type="w" for="ch" forName="rect2" refType="w" fact="0.21"/>
              <dgm:constr type="h" for="ch" forName="rect2" refType="w" fact="0.315"/>
            </dgm:constrLst>
          </dgm:else>
        </dgm:choose>
        <dgm:layoutNode name="rect1" styleLbl="trAlignAcc1">
          <dgm:varLst>
            <dgm:bulletEnabled val="1"/>
          </dgm:varLst>
          <dgm:alg type="tx">
            <dgm:param type="parTxLTRAlign" val="l"/>
          </dgm:alg>
          <dgm:shape xmlns:r="http://schemas.openxmlformats.org/officeDocument/2006/relationships" type="rect" r:blip="">
            <dgm:adjLst/>
          </dgm:shape>
          <dgm:presOf axis="desOrSelf" ptType="node"/>
          <dgm:choose name="Name7">
            <dgm:if name="Name8" func="var" arg="dir" op="equ" val="norm">
              <dgm:constrLst>
                <dgm:constr type="lMarg" refType="w" fact="0.6"/>
                <dgm:constr type="rMarg" refType="primFontSz" fact="0.3"/>
                <dgm:constr type="tMarg" refType="primFontSz" fact="0.3"/>
                <dgm:constr type="bMarg" refType="primFontSz" fact="0.3"/>
              </dgm:constrLst>
            </dgm:if>
            <dgm:else name="Name9">
              <dgm:constrLst>
                <dgm:constr type="lMarg" refType="primFontSz" fact="0.3"/>
                <dgm:constr type="rMarg" refType="w" fact="0.6"/>
                <dgm:constr type="tMarg" refType="primFontSz" fact="0.3"/>
                <dgm:constr type="bMarg" refType="primFontSz" fact="0.3"/>
              </dgm:constrLst>
            </dgm:else>
          </dgm:choose>
          <dgm:ruleLst>
            <dgm:rule type="primFontSz" val="5" fact="NaN" max="NaN"/>
          </dgm:ruleLst>
        </dgm:layoutNode>
        <dgm:layoutNode name="rect2" styleLbl="fgImgPlace1">
          <dgm:alg type="sp"/>
          <dgm:shape xmlns:r="http://schemas.openxmlformats.org/officeDocument/2006/relationships" type="rect" r:blip="" blipPhldr="1">
            <dgm:adjLst/>
          </dgm:shape>
          <dgm:presOf/>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8/layout/AlternatingPictureBlocks">
  <dgm:title val=""/>
  <dgm:desc val=""/>
  <dgm:catLst>
    <dgm:cat type="picture" pri="15000"/>
    <dgm:cat type="pictureconvert" pri="15000"/>
    <dgm:cat type="list" pri="135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primFontSz" for="des" ptType="node" op="equ" val="65"/>
      <dgm:constr type="w" for="ch" forName="comp" refType="w"/>
      <dgm:constr type="h" for="ch" forName="comp" refType="h"/>
      <dgm:constr type="h" for="ch" forName="sibTrans" refType="w" refFor="ch" refForName="comp" op="equ" fact="0.05"/>
    </dgm:constrLst>
    <dgm:ruleLst/>
    <dgm:forEach name="Name0" axis="ch" ptType="node">
      <dgm:layoutNode name="comp" styleLbl="node1">
        <dgm:alg type="composite">
          <dgm:param type="ar" val="3.30"/>
        </dgm:alg>
        <dgm:shape xmlns:r="http://schemas.openxmlformats.org/officeDocument/2006/relationships" r:blip="">
          <dgm:adjLst/>
        </dgm:shape>
        <dgm:presOf/>
        <dgm:choose name="Name1">
          <dgm:if name="Name2" func="var" arg="dir" op="equ" val="norm">
            <dgm:choose name="Name4">
              <dgm:if name="Name5" axis="desOrSelf" ptType="node" func="posOdd" op="equ" val="1">
                <dgm:constrLst>
                  <dgm:constr type="l" for="ch" forName="rect1" refType="w" fact="0"/>
                  <dgm:constr type="t" for="ch" forName="rect1" refType="h" fact="0"/>
                  <dgm:constr type="w" for="ch" forName="rect1" refType="w" fact="0.3"/>
                  <dgm:constr type="h" for="ch" forName="rect1" refType="h"/>
                  <dgm:constr type="l" for="ch" forName="rect2" refType="w" fact="0.33"/>
                  <dgm:constr type="t" for="ch" forName="rect2" refType="h" fact="0"/>
                  <dgm:constr type="w" for="ch" forName="rect2" refType="w" fact="0.67"/>
                  <dgm:constr type="h" for="ch" forName="rect2" refType="h"/>
                </dgm:constrLst>
              </dgm:if>
              <dgm:else name="Name6">
                <dgm:constrLst>
                  <dgm:constr type="l" for="ch" forName="rect1" refType="w" fact="0.7"/>
                  <dgm:constr type="t" for="ch" forName="rect1" refType="h" fact="0"/>
                  <dgm:constr type="w" for="ch" forName="rect1" refType="w" fact="0.3"/>
                  <dgm:constr type="h" for="ch" forName="rect1" refType="h"/>
                  <dgm:constr type="l" for="ch" forName="rect2" refType="w" fact="0"/>
                  <dgm:constr type="t" for="ch" forName="rect2" refType="h" fact="0"/>
                  <dgm:constr type="w" for="ch" forName="rect2" refType="w" fact="0.67"/>
                  <dgm:constr type="h" for="ch" forName="rect2" refType="h"/>
                </dgm:constrLst>
              </dgm:else>
            </dgm:choose>
          </dgm:if>
          <dgm:else name="Name3">
            <dgm:choose name="Name7">
              <dgm:if name="Name8" axis="desOrSelf" ptType="node" func="posOdd" op="equ" val="1">
                <dgm:constrLst>
                  <dgm:constr type="l" for="ch" forName="rect1" refType="w" fact="0.7"/>
                  <dgm:constr type="t" for="ch" forName="rect1" refType="h" fact="0"/>
                  <dgm:constr type="w" for="ch" forName="rect1" refType="w" fact="0.3"/>
                  <dgm:constr type="h" for="ch" forName="rect1" refType="h"/>
                  <dgm:constr type="l" for="ch" forName="rect2" refType="w" fact="0"/>
                  <dgm:constr type="t" for="ch" forName="rect2" refType="h" fact="0"/>
                  <dgm:constr type="w" for="ch" forName="rect2" refType="w" fact="0.67"/>
                  <dgm:constr type="h" for="ch" forName="rect2" refType="h"/>
                </dgm:constrLst>
              </dgm:if>
              <dgm:else name="Name9">
                <dgm:constrLst>
                  <dgm:constr type="l" for="ch" forName="rect1" refType="w" fact="0"/>
                  <dgm:constr type="t" for="ch" forName="rect1" refType="h" fact="0"/>
                  <dgm:constr type="w" for="ch" forName="rect1" refType="w" fact="0.3"/>
                  <dgm:constr type="h" for="ch" forName="rect1" refType="h"/>
                  <dgm:constr type="l" for="ch" forName="rect2" refType="w" fact="0.33"/>
                  <dgm:constr type="t" for="ch" forName="rect2" refType="h" fact="0"/>
                  <dgm:constr type="w" for="ch" forName="rect2" refType="w" fact="0.67"/>
                  <dgm:constr type="h" for="ch" forName="rect2" refType="h"/>
                </dgm:constrLst>
              </dgm:else>
            </dgm:choose>
          </dgm:else>
        </dgm:choose>
        <dgm:ruleLst/>
        <dgm:layoutNode name="rect2" styleLbl="node1">
          <dgm:varLst>
            <dgm:bulletEnabled val="1"/>
          </dgm:varLst>
          <dgm:alg type="tx"/>
          <dgm:shape xmlns:r="http://schemas.openxmlformats.org/officeDocument/2006/relationships" type="rect" r:blip="">
            <dgm:adjLst/>
          </dgm:shape>
          <dgm:presOf axis="desOrSelf" ptType="node"/>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 styleLbl="lnNode1">
          <dgm:alg type="sp"/>
          <dgm:shape xmlns:r="http://schemas.openxmlformats.org/officeDocument/2006/relationships" type="rect" r:blip="" blipPhldr="1">
            <dgm:adjLst/>
          </dgm:shape>
          <dgm:presOf/>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dirty="0"/>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dirty="0"/>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dirty="0"/>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s-MX" sz="1200" b="0" i="0" u="none" strike="noStrike" cap="none">
                <a:solidFill>
                  <a:schemeClr val="dk1"/>
                </a:solidFill>
                <a:latin typeface="Calibri"/>
                <a:ea typeface="Calibri"/>
                <a:cs typeface="Calibri"/>
                <a:sym typeface="Calibri"/>
              </a:rPr>
              <a:t>‹Nº›</a:t>
            </a:fld>
            <a:endParaRPr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4293759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10"/>
          </p:nvPr>
        </p:nvSpPr>
        <p:spPr/>
        <p:txBody>
          <a:bodyPr/>
          <a:lstStyle/>
          <a:p>
            <a:fld id="{81C15F57-4C07-6146-A68F-711B2307AA94}" type="slidenum">
              <a:rPr lang="es-ES_tradnl" smtClean="0"/>
              <a:t>11</a:t>
            </a:fld>
            <a:endParaRPr lang="es-ES_tradnl" dirty="0"/>
          </a:p>
        </p:txBody>
      </p:sp>
    </p:spTree>
    <p:extLst>
      <p:ext uri="{BB962C8B-B14F-4D97-AF65-F5344CB8AC3E}">
        <p14:creationId xmlns:p14="http://schemas.microsoft.com/office/powerpoint/2010/main" val="4227570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idx="10"/>
          </p:nvPr>
        </p:nvSpPr>
        <p:spPr/>
        <p:txBody>
          <a:bodyPr/>
          <a:lstStyle/>
          <a:p>
            <a:pPr marL="0" marR="0" lvl="0" indent="0" algn="r" rtl="0">
              <a:spcBef>
                <a:spcPts val="0"/>
              </a:spcBef>
              <a:spcAft>
                <a:spcPts val="0"/>
              </a:spcAft>
              <a:buNone/>
            </a:pPr>
            <a:fld id="{00000000-1234-1234-1234-123412341234}" type="slidenum">
              <a:rPr lang="es-MX" sz="1200" b="0" i="0" u="none" strike="noStrike" cap="none" smtClean="0">
                <a:solidFill>
                  <a:schemeClr val="dk1"/>
                </a:solidFill>
                <a:latin typeface="Calibri"/>
                <a:ea typeface="Calibri"/>
                <a:cs typeface="Calibri"/>
                <a:sym typeface="Calibri"/>
              </a:rPr>
              <a:t>14</a:t>
            </a:fld>
            <a:endParaRPr lang="es-MX"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8832672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06" name="Google Shape;206;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ítulo y objetos" preserve="1" userDrawn="1">
  <p:cSld name="1_Título y objetos">
    <p:spTree>
      <p:nvGrpSpPr>
        <p:cNvPr id="1" name="Shape 27"/>
        <p:cNvGrpSpPr/>
        <p:nvPr/>
      </p:nvGrpSpPr>
      <p:grpSpPr>
        <a:xfrm>
          <a:off x="0" y="0"/>
          <a:ext cx="0" cy="0"/>
          <a:chOff x="0" y="0"/>
          <a:chExt cx="0" cy="0"/>
        </a:xfrm>
      </p:grpSpPr>
      <p:sp>
        <p:nvSpPr>
          <p:cNvPr id="30" name="Google Shape;30;p3"/>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31" name="Google Shape;31;p3"/>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32" name="Google Shape;32;p3"/>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dirty="0"/>
          </a:p>
        </p:txBody>
      </p:sp>
    </p:spTree>
    <p:extLst>
      <p:ext uri="{BB962C8B-B14F-4D97-AF65-F5344CB8AC3E}">
        <p14:creationId xmlns:p14="http://schemas.microsoft.com/office/powerpoint/2010/main" val="25886460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preserve="1" userDrawn="1">
  <p:cSld name="1_Título y objetos">
    <p:spTree>
      <p:nvGrpSpPr>
        <p:cNvPr id="1" name="Shape 27"/>
        <p:cNvGrpSpPr/>
        <p:nvPr/>
      </p:nvGrpSpPr>
      <p:grpSpPr>
        <a:xfrm>
          <a:off x="0" y="0"/>
          <a:ext cx="0" cy="0"/>
          <a:chOff x="0" y="0"/>
          <a:chExt cx="0" cy="0"/>
        </a:xfrm>
      </p:grpSpPr>
      <p:sp>
        <p:nvSpPr>
          <p:cNvPr id="30" name="Google Shape;30;p3"/>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31" name="Google Shape;31;p3"/>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32" name="Google Shape;32;p3"/>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dirty="0"/>
          </a:p>
        </p:txBody>
      </p:sp>
    </p:spTree>
    <p:extLst>
      <p:ext uri="{BB962C8B-B14F-4D97-AF65-F5344CB8AC3E}">
        <p14:creationId xmlns:p14="http://schemas.microsoft.com/office/powerpoint/2010/main" val="33164356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ítulo y objetos" preserve="1" userDrawn="1">
  <p:cSld name="1_Título y objetos">
    <p:spTree>
      <p:nvGrpSpPr>
        <p:cNvPr id="1" name="Shape 27"/>
        <p:cNvGrpSpPr/>
        <p:nvPr/>
      </p:nvGrpSpPr>
      <p:grpSpPr>
        <a:xfrm>
          <a:off x="0" y="0"/>
          <a:ext cx="0" cy="0"/>
          <a:chOff x="0" y="0"/>
          <a:chExt cx="0" cy="0"/>
        </a:xfrm>
      </p:grpSpPr>
      <p:sp>
        <p:nvSpPr>
          <p:cNvPr id="30" name="Google Shape;30;p3"/>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31" name="Google Shape;31;p3"/>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32" name="Google Shape;32;p3"/>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dirty="0"/>
          </a:p>
        </p:txBody>
      </p:sp>
    </p:spTree>
    <p:extLst>
      <p:ext uri="{BB962C8B-B14F-4D97-AF65-F5344CB8AC3E}">
        <p14:creationId xmlns:p14="http://schemas.microsoft.com/office/powerpoint/2010/main" val="36018891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ítulo y objetos" preserve="1" userDrawn="1">
  <p:cSld name="1_Título y objetos">
    <p:spTree>
      <p:nvGrpSpPr>
        <p:cNvPr id="1" name="Shape 27"/>
        <p:cNvGrpSpPr/>
        <p:nvPr/>
      </p:nvGrpSpPr>
      <p:grpSpPr>
        <a:xfrm>
          <a:off x="0" y="0"/>
          <a:ext cx="0" cy="0"/>
          <a:chOff x="0" y="0"/>
          <a:chExt cx="0" cy="0"/>
        </a:xfrm>
      </p:grpSpPr>
      <p:sp>
        <p:nvSpPr>
          <p:cNvPr id="30" name="Google Shape;30;p3"/>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31" name="Google Shape;31;p3"/>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32" name="Google Shape;32;p3"/>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dirty="0"/>
          </a:p>
        </p:txBody>
      </p:sp>
    </p:spTree>
    <p:extLst>
      <p:ext uri="{BB962C8B-B14F-4D97-AF65-F5344CB8AC3E}">
        <p14:creationId xmlns:p14="http://schemas.microsoft.com/office/powerpoint/2010/main" val="24951607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ítulo y objetos" preserve="1" userDrawn="1">
  <p:cSld name="1_Título y objetos">
    <p:spTree>
      <p:nvGrpSpPr>
        <p:cNvPr id="1" name="Shape 27"/>
        <p:cNvGrpSpPr/>
        <p:nvPr/>
      </p:nvGrpSpPr>
      <p:grpSpPr>
        <a:xfrm>
          <a:off x="0" y="0"/>
          <a:ext cx="0" cy="0"/>
          <a:chOff x="0" y="0"/>
          <a:chExt cx="0" cy="0"/>
        </a:xfrm>
      </p:grpSpPr>
      <p:sp>
        <p:nvSpPr>
          <p:cNvPr id="30" name="Google Shape;30;p3"/>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31" name="Google Shape;31;p3"/>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32" name="Google Shape;32;p3"/>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dirty="0"/>
          </a:p>
        </p:txBody>
      </p:sp>
    </p:spTree>
    <p:extLst>
      <p:ext uri="{BB962C8B-B14F-4D97-AF65-F5344CB8AC3E}">
        <p14:creationId xmlns:p14="http://schemas.microsoft.com/office/powerpoint/2010/main" val="35452418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ítulo y objetos" preserve="1" userDrawn="1">
  <p:cSld name="1_Título y objetos">
    <p:spTree>
      <p:nvGrpSpPr>
        <p:cNvPr id="1" name="Shape 27"/>
        <p:cNvGrpSpPr/>
        <p:nvPr/>
      </p:nvGrpSpPr>
      <p:grpSpPr>
        <a:xfrm>
          <a:off x="0" y="0"/>
          <a:ext cx="0" cy="0"/>
          <a:chOff x="0" y="0"/>
          <a:chExt cx="0" cy="0"/>
        </a:xfrm>
      </p:grpSpPr>
      <p:sp>
        <p:nvSpPr>
          <p:cNvPr id="30" name="Google Shape;30;p3"/>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31" name="Google Shape;31;p3"/>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32" name="Google Shape;32;p3"/>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dirty="0"/>
          </a:p>
        </p:txBody>
      </p:sp>
    </p:spTree>
    <p:extLst>
      <p:ext uri="{BB962C8B-B14F-4D97-AF65-F5344CB8AC3E}">
        <p14:creationId xmlns:p14="http://schemas.microsoft.com/office/powerpoint/2010/main" val="13813236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ítulo y objetos" preserve="1" userDrawn="1">
  <p:cSld name="1_Título y objetos">
    <p:spTree>
      <p:nvGrpSpPr>
        <p:cNvPr id="1" name="Shape 27"/>
        <p:cNvGrpSpPr/>
        <p:nvPr/>
      </p:nvGrpSpPr>
      <p:grpSpPr>
        <a:xfrm>
          <a:off x="0" y="0"/>
          <a:ext cx="0" cy="0"/>
          <a:chOff x="0" y="0"/>
          <a:chExt cx="0" cy="0"/>
        </a:xfrm>
      </p:grpSpPr>
      <p:sp>
        <p:nvSpPr>
          <p:cNvPr id="30" name="Google Shape;30;p3"/>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31" name="Google Shape;31;p3"/>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32" name="Google Shape;32;p3"/>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dirty="0"/>
          </a:p>
        </p:txBody>
      </p:sp>
    </p:spTree>
    <p:extLst>
      <p:ext uri="{BB962C8B-B14F-4D97-AF65-F5344CB8AC3E}">
        <p14:creationId xmlns:p14="http://schemas.microsoft.com/office/powerpoint/2010/main" val="2541604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ítulo y objetos" preserve="1" userDrawn="1">
  <p:cSld name="1_Título y objetos">
    <p:spTree>
      <p:nvGrpSpPr>
        <p:cNvPr id="1" name="Shape 27"/>
        <p:cNvGrpSpPr/>
        <p:nvPr/>
      </p:nvGrpSpPr>
      <p:grpSpPr>
        <a:xfrm>
          <a:off x="0" y="0"/>
          <a:ext cx="0" cy="0"/>
          <a:chOff x="0" y="0"/>
          <a:chExt cx="0" cy="0"/>
        </a:xfrm>
      </p:grpSpPr>
      <p:sp>
        <p:nvSpPr>
          <p:cNvPr id="30" name="Google Shape;30;p3"/>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31" name="Google Shape;31;p3"/>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32" name="Google Shape;32;p3"/>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dirty="0"/>
          </a:p>
        </p:txBody>
      </p:sp>
    </p:spTree>
    <p:extLst>
      <p:ext uri="{BB962C8B-B14F-4D97-AF65-F5344CB8AC3E}">
        <p14:creationId xmlns:p14="http://schemas.microsoft.com/office/powerpoint/2010/main" val="37953899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ítulo y objetos" preserve="1" userDrawn="1">
  <p:cSld name="1_Título y objetos">
    <p:spTree>
      <p:nvGrpSpPr>
        <p:cNvPr id="1" name="Shape 27"/>
        <p:cNvGrpSpPr/>
        <p:nvPr/>
      </p:nvGrpSpPr>
      <p:grpSpPr>
        <a:xfrm>
          <a:off x="0" y="0"/>
          <a:ext cx="0" cy="0"/>
          <a:chOff x="0" y="0"/>
          <a:chExt cx="0" cy="0"/>
        </a:xfrm>
      </p:grpSpPr>
      <p:sp>
        <p:nvSpPr>
          <p:cNvPr id="30" name="Google Shape;30;p3"/>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31" name="Google Shape;31;p3"/>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32" name="Google Shape;32;p3"/>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dirty="0"/>
          </a:p>
        </p:txBody>
      </p:sp>
    </p:spTree>
    <p:extLst>
      <p:ext uri="{BB962C8B-B14F-4D97-AF65-F5344CB8AC3E}">
        <p14:creationId xmlns:p14="http://schemas.microsoft.com/office/powerpoint/2010/main" val="17701942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objetos" preserve="1" userDrawn="1">
  <p:cSld name="1_Título y objetos">
    <p:spTree>
      <p:nvGrpSpPr>
        <p:cNvPr id="1" name="Shape 27"/>
        <p:cNvGrpSpPr/>
        <p:nvPr/>
      </p:nvGrpSpPr>
      <p:grpSpPr>
        <a:xfrm>
          <a:off x="0" y="0"/>
          <a:ext cx="0" cy="0"/>
          <a:chOff x="0" y="0"/>
          <a:chExt cx="0" cy="0"/>
        </a:xfrm>
      </p:grpSpPr>
      <p:sp>
        <p:nvSpPr>
          <p:cNvPr id="30" name="Google Shape;30;p3"/>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31" name="Google Shape;31;p3"/>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32" name="Google Shape;32;p3"/>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dirty="0"/>
          </a:p>
        </p:txBody>
      </p:sp>
    </p:spTree>
    <p:extLst>
      <p:ext uri="{BB962C8B-B14F-4D97-AF65-F5344CB8AC3E}">
        <p14:creationId xmlns:p14="http://schemas.microsoft.com/office/powerpoint/2010/main" val="40635729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y objetos" preserve="1" userDrawn="1">
  <p:cSld name="1_Título y objetos">
    <p:spTree>
      <p:nvGrpSpPr>
        <p:cNvPr id="1" name="Shape 27"/>
        <p:cNvGrpSpPr/>
        <p:nvPr/>
      </p:nvGrpSpPr>
      <p:grpSpPr>
        <a:xfrm>
          <a:off x="0" y="0"/>
          <a:ext cx="0" cy="0"/>
          <a:chOff x="0" y="0"/>
          <a:chExt cx="0" cy="0"/>
        </a:xfrm>
      </p:grpSpPr>
      <p:sp>
        <p:nvSpPr>
          <p:cNvPr id="30" name="Google Shape;30;p3"/>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31" name="Google Shape;31;p3"/>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32" name="Google Shape;32;p3"/>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dirty="0"/>
          </a:p>
        </p:txBody>
      </p:sp>
    </p:spTree>
    <p:extLst>
      <p:ext uri="{BB962C8B-B14F-4D97-AF65-F5344CB8AC3E}">
        <p14:creationId xmlns:p14="http://schemas.microsoft.com/office/powerpoint/2010/main" val="34885805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ítulo y objetos" preserve="1" userDrawn="1">
  <p:cSld name="1_Título y objetos">
    <p:spTree>
      <p:nvGrpSpPr>
        <p:cNvPr id="1" name="Shape 27"/>
        <p:cNvGrpSpPr/>
        <p:nvPr/>
      </p:nvGrpSpPr>
      <p:grpSpPr>
        <a:xfrm>
          <a:off x="0" y="0"/>
          <a:ext cx="0" cy="0"/>
          <a:chOff x="0" y="0"/>
          <a:chExt cx="0" cy="0"/>
        </a:xfrm>
      </p:grpSpPr>
      <p:sp>
        <p:nvSpPr>
          <p:cNvPr id="30" name="Google Shape;30;p3"/>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31" name="Google Shape;31;p3"/>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32" name="Google Shape;32;p3"/>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dirty="0"/>
          </a:p>
        </p:txBody>
      </p:sp>
    </p:spTree>
    <p:extLst>
      <p:ext uri="{BB962C8B-B14F-4D97-AF65-F5344CB8AC3E}">
        <p14:creationId xmlns:p14="http://schemas.microsoft.com/office/powerpoint/2010/main" val="9391151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ítulo y objetos" preserve="1" userDrawn="1">
  <p:cSld name="1_Título y objetos">
    <p:spTree>
      <p:nvGrpSpPr>
        <p:cNvPr id="1" name="Shape 27"/>
        <p:cNvGrpSpPr/>
        <p:nvPr/>
      </p:nvGrpSpPr>
      <p:grpSpPr>
        <a:xfrm>
          <a:off x="0" y="0"/>
          <a:ext cx="0" cy="0"/>
          <a:chOff x="0" y="0"/>
          <a:chExt cx="0" cy="0"/>
        </a:xfrm>
      </p:grpSpPr>
      <p:sp>
        <p:nvSpPr>
          <p:cNvPr id="30" name="Google Shape;30;p3"/>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31" name="Google Shape;31;p3"/>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32" name="Google Shape;32;p3"/>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dirty="0"/>
          </a:p>
        </p:txBody>
      </p:sp>
    </p:spTree>
    <p:extLst>
      <p:ext uri="{BB962C8B-B14F-4D97-AF65-F5344CB8AC3E}">
        <p14:creationId xmlns:p14="http://schemas.microsoft.com/office/powerpoint/2010/main" val="31213440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ítulo y objetos" preserve="1" userDrawn="1">
  <p:cSld name="1_Título y objetos">
    <p:spTree>
      <p:nvGrpSpPr>
        <p:cNvPr id="1" name="Shape 27"/>
        <p:cNvGrpSpPr/>
        <p:nvPr/>
      </p:nvGrpSpPr>
      <p:grpSpPr>
        <a:xfrm>
          <a:off x="0" y="0"/>
          <a:ext cx="0" cy="0"/>
          <a:chOff x="0" y="0"/>
          <a:chExt cx="0" cy="0"/>
        </a:xfrm>
      </p:grpSpPr>
      <p:sp>
        <p:nvSpPr>
          <p:cNvPr id="30" name="Google Shape;30;p3"/>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31" name="Google Shape;31;p3"/>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32" name="Google Shape;32;p3"/>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dirty="0"/>
          </a:p>
        </p:txBody>
      </p:sp>
    </p:spTree>
    <p:extLst>
      <p:ext uri="{BB962C8B-B14F-4D97-AF65-F5344CB8AC3E}">
        <p14:creationId xmlns:p14="http://schemas.microsoft.com/office/powerpoint/2010/main" val="14939312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ítulo y objetos" preserve="1" userDrawn="1">
  <p:cSld name="1_Título y objetos">
    <p:spTree>
      <p:nvGrpSpPr>
        <p:cNvPr id="1" name="Shape 27"/>
        <p:cNvGrpSpPr/>
        <p:nvPr/>
      </p:nvGrpSpPr>
      <p:grpSpPr>
        <a:xfrm>
          <a:off x="0" y="0"/>
          <a:ext cx="0" cy="0"/>
          <a:chOff x="0" y="0"/>
          <a:chExt cx="0" cy="0"/>
        </a:xfrm>
      </p:grpSpPr>
      <p:sp>
        <p:nvSpPr>
          <p:cNvPr id="30" name="Google Shape;30;p3"/>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31" name="Google Shape;31;p3"/>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32" name="Google Shape;32;p3"/>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dirty="0"/>
          </a:p>
        </p:txBody>
      </p:sp>
    </p:spTree>
    <p:extLst>
      <p:ext uri="{BB962C8B-B14F-4D97-AF65-F5344CB8AC3E}">
        <p14:creationId xmlns:p14="http://schemas.microsoft.com/office/powerpoint/2010/main" val="33456927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2_Diseño personalizado">
    <p:spTree>
      <p:nvGrpSpPr>
        <p:cNvPr id="1" name=""/>
        <p:cNvGrpSpPr/>
        <p:nvPr/>
      </p:nvGrpSpPr>
      <p:grpSpPr>
        <a:xfrm>
          <a:off x="0" y="0"/>
          <a:ext cx="0" cy="0"/>
          <a:chOff x="0" y="0"/>
          <a:chExt cx="0" cy="0"/>
        </a:xfrm>
      </p:grpSpPr>
    </p:spTree>
    <p:extLst>
      <p:ext uri="{BB962C8B-B14F-4D97-AF65-F5344CB8AC3E}">
        <p14:creationId xmlns:p14="http://schemas.microsoft.com/office/powerpoint/2010/main" val="244529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olo el título" userDrawn="1">
  <p:cSld name="TITLE_ONLY">
    <p:spTree>
      <p:nvGrpSpPr>
        <p:cNvPr id="1" name="Shape 3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3.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4" name="Google Shape;14;p1"/>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lstStyle>
            <a:lvl1pPr marR="0" lvl="0" algn="l" rtl="0">
              <a:spcBef>
                <a:spcPts val="0"/>
              </a:spcBef>
              <a:spcAft>
                <a:spcPts val="0"/>
              </a:spcAft>
              <a:buSzPts val="1400"/>
              <a:buNone/>
              <a:defRPr sz="900" b="0" i="0" u="none" strike="noStrike" cap="none">
                <a:solidFill>
                  <a:srgbClr val="FFFFFF"/>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dirty="0"/>
          </a:p>
        </p:txBody>
      </p:sp>
      <p:sp>
        <p:nvSpPr>
          <p:cNvPr id="15" name="Google Shape;15;p1"/>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lstStyle>
            <a:lvl1pPr marR="0" lvl="0" algn="ctr" rtl="0">
              <a:spcBef>
                <a:spcPts val="0"/>
              </a:spcBef>
              <a:spcAft>
                <a:spcPts val="0"/>
              </a:spcAft>
              <a:buSzPts val="1400"/>
              <a:buNone/>
              <a:defRPr sz="900" b="0" i="0" u="none" strike="noStrike" cap="none">
                <a:solidFill>
                  <a:srgbClr val="FFFFFF"/>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dirty="0"/>
          </a:p>
        </p:txBody>
      </p:sp>
      <p:pic>
        <p:nvPicPr>
          <p:cNvPr id="9" name="Picture 3"/>
          <p:cNvPicPr>
            <a:picLocks noChangeAspect="1" noChangeArrowheads="1"/>
          </p:cNvPicPr>
          <p:nvPr userDrawn="1"/>
        </p:nvPicPr>
        <p:blipFill>
          <a:blip r:embed="rId19">
            <a:extLst>
              <a:ext uri="{28A0092B-C50C-407E-A947-70E740481C1C}">
                <a14:useLocalDpi xmlns:a14="http://schemas.microsoft.com/office/drawing/2010/main" val="0"/>
              </a:ext>
            </a:extLst>
          </a:blip>
          <a:srcRect/>
          <a:stretch>
            <a:fillRect/>
          </a:stretch>
        </p:blipFill>
        <p:spPr bwMode="auto">
          <a:xfrm>
            <a:off x="11834" y="3816514"/>
            <a:ext cx="12180166" cy="303660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2"/>
          <p:cNvPicPr>
            <a:picLocks noChangeAspect="1" noChangeArrowheads="1"/>
          </p:cNvPicPr>
          <p:nvPr userDrawn="1"/>
        </p:nvPicPr>
        <p:blipFill>
          <a:blip r:embed="rId20">
            <a:extLst>
              <a:ext uri="{28A0092B-C50C-407E-A947-70E740481C1C}">
                <a14:useLocalDpi xmlns:a14="http://schemas.microsoft.com/office/drawing/2010/main" val="0"/>
              </a:ext>
            </a:extLst>
          </a:blip>
          <a:srcRect/>
          <a:stretch>
            <a:fillRect/>
          </a:stretch>
        </p:blipFill>
        <p:spPr bwMode="auto">
          <a:xfrm>
            <a:off x="76389" y="49956"/>
            <a:ext cx="1629058" cy="962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 name="Picture 2"/>
          <p:cNvPicPr>
            <a:picLocks noChangeAspect="1" noChangeArrowheads="1"/>
          </p:cNvPicPr>
          <p:nvPr userDrawn="1"/>
        </p:nvPicPr>
        <p:blipFill>
          <a:blip r:embed="rId21">
            <a:extLst>
              <a:ext uri="{28A0092B-C50C-407E-A947-70E740481C1C}">
                <a14:useLocalDpi xmlns:a14="http://schemas.microsoft.com/office/drawing/2010/main" val="0"/>
              </a:ext>
            </a:extLst>
          </a:blip>
          <a:srcRect/>
          <a:stretch>
            <a:fillRect/>
          </a:stretch>
        </p:blipFill>
        <p:spPr bwMode="auto">
          <a:xfrm>
            <a:off x="10440276" y="0"/>
            <a:ext cx="1751724" cy="6702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8" name="4 Rectángulo"/>
          <p:cNvSpPr/>
          <p:nvPr userDrawn="1"/>
        </p:nvSpPr>
        <p:spPr>
          <a:xfrm>
            <a:off x="1640891" y="232201"/>
            <a:ext cx="4705278" cy="461665"/>
          </a:xfrm>
          <a:prstGeom prst="rect">
            <a:avLst/>
          </a:prstGeom>
        </p:spPr>
        <p:txBody>
          <a:bodyPr wrap="square">
            <a:spAutoFit/>
          </a:bodyPr>
          <a:lstStyle/>
          <a:p>
            <a:pPr defTabSz="914400">
              <a:buClr>
                <a:srgbClr val="000000"/>
              </a:buClr>
              <a:buSzPts val="1200"/>
            </a:pPr>
            <a:r>
              <a:rPr lang="es-MX" sz="1200" b="1" dirty="0">
                <a:solidFill>
                  <a:schemeClr val="bg2">
                    <a:lumMod val="10000"/>
                  </a:schemeClr>
                </a:solidFill>
                <a:latin typeface="Lato"/>
                <a:ea typeface="Lato"/>
                <a:cs typeface="Lato"/>
              </a:rPr>
              <a:t>Dirección Ejecutiva del Registro Federal de Electores</a:t>
            </a:r>
          </a:p>
          <a:p>
            <a:pPr defTabSz="914400">
              <a:buClr>
                <a:srgbClr val="000000"/>
              </a:buClr>
              <a:buSzPts val="1200"/>
            </a:pPr>
            <a:r>
              <a:rPr lang="es-MX" sz="1200" b="1" dirty="0">
                <a:solidFill>
                  <a:schemeClr val="bg2">
                    <a:lumMod val="10000"/>
                  </a:schemeClr>
                </a:solidFill>
                <a:latin typeface="Lato"/>
                <a:ea typeface="Lato"/>
                <a:cs typeface="Lato"/>
              </a:rPr>
              <a:t>Coordinación de Operación en </a:t>
            </a:r>
            <a:r>
              <a:rPr lang="es-MX" sz="1200" b="1" dirty="0" smtClean="0">
                <a:solidFill>
                  <a:schemeClr val="bg2">
                    <a:lumMod val="10000"/>
                  </a:schemeClr>
                </a:solidFill>
                <a:latin typeface="Lato"/>
                <a:ea typeface="Lato"/>
                <a:cs typeface="Lato"/>
              </a:rPr>
              <a:t>Campo</a:t>
            </a:r>
            <a:endParaRPr lang="es-MX" sz="1200" b="1" dirty="0">
              <a:solidFill>
                <a:schemeClr val="bg2">
                  <a:lumMod val="10000"/>
                </a:schemeClr>
              </a:solidFill>
              <a:latin typeface="Lato"/>
              <a:ea typeface="Lato"/>
              <a:cs typeface="Lato"/>
            </a:endParaRPr>
          </a:p>
        </p:txBody>
      </p:sp>
      <p:pic>
        <p:nvPicPr>
          <p:cNvPr id="3" name="Imagen 2"/>
          <p:cNvPicPr>
            <a:picLocks noChangeAspect="1"/>
          </p:cNvPicPr>
          <p:nvPr userDrawn="1"/>
        </p:nvPicPr>
        <p:blipFill>
          <a:blip r:embed="rId22">
            <a:extLst>
              <a:ext uri="{28A0092B-C50C-407E-A947-70E740481C1C}">
                <a14:useLocalDpi xmlns:a14="http://schemas.microsoft.com/office/drawing/2010/main" val="0"/>
              </a:ext>
            </a:extLst>
          </a:blip>
          <a:stretch>
            <a:fillRect/>
          </a:stretch>
        </p:blipFill>
        <p:spPr>
          <a:xfrm>
            <a:off x="5686" y="0"/>
            <a:ext cx="12186313" cy="6858000"/>
          </a:xfrm>
          <a:prstGeom prst="rect">
            <a:avLst/>
          </a:prstGeom>
        </p:spPr>
      </p:pic>
    </p:spTree>
  </p:cSld>
  <p:clrMap bg1="lt1" tx1="dk1" bg2="dk2" tx2="lt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702" r:id="rId12"/>
    <p:sldLayoutId id="2147483704" r:id="rId13"/>
    <p:sldLayoutId id="2147483705" r:id="rId14"/>
    <p:sldLayoutId id="2147483703" r:id="rId15"/>
    <p:sldLayoutId id="2147483675" r:id="rId16"/>
    <p:sldLayoutId id="2147483650"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6.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6.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16.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5.xml"/><Relationship Id="rId7" Type="http://schemas.openxmlformats.org/officeDocument/2006/relationships/image" Target="../media/image27.png"/><Relationship Id="rId2" Type="http://schemas.openxmlformats.org/officeDocument/2006/relationships/diagramData" Target="../diagrams/data5.xml"/><Relationship Id="rId1" Type="http://schemas.openxmlformats.org/officeDocument/2006/relationships/slideLayout" Target="../slideLayouts/slideLayout16.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16.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Rectángulo"/>
          <p:cNvSpPr/>
          <p:nvPr/>
        </p:nvSpPr>
        <p:spPr>
          <a:xfrm>
            <a:off x="0" y="0"/>
            <a:ext cx="12192000" cy="2492990"/>
          </a:xfrm>
          <a:prstGeom prst="rect">
            <a:avLst/>
          </a:prstGeom>
          <a:gradFill flip="none" rotWithShape="1">
            <a:gsLst>
              <a:gs pos="0">
                <a:srgbClr val="F03399">
                  <a:shade val="30000"/>
                  <a:satMod val="115000"/>
                </a:srgbClr>
              </a:gs>
              <a:gs pos="50000">
                <a:srgbClr val="F03399">
                  <a:shade val="67500"/>
                  <a:satMod val="115000"/>
                </a:srgbClr>
              </a:gs>
              <a:gs pos="100000">
                <a:srgbClr val="F03399">
                  <a:shade val="100000"/>
                  <a:satMod val="115000"/>
                </a:srgbClr>
              </a:gs>
            </a:gsLst>
            <a:path path="circle">
              <a:fillToRect l="50000" t="50000" r="50000" b="50000"/>
            </a:path>
            <a:tileRect/>
          </a:gradFill>
          <a:ln>
            <a:noFill/>
          </a:ln>
          <a:effectLst>
            <a:outerShdw blurRad="76200" dist="12700" dir="2700000" sy="-23000" kx="-800400" algn="bl" rotWithShape="0">
              <a:prstClr val="black">
                <a:alpha val="20000"/>
              </a:prstClr>
            </a:outerShdw>
          </a:effectLst>
          <a:scene3d>
            <a:camera prst="orthographicFront">
              <a:rot lat="0" lon="0" rev="0"/>
            </a:camera>
            <a:lightRig rig="balanced" dir="t">
              <a:rot lat="0" lon="0" rev="8700000"/>
            </a:lightRig>
          </a:scene3d>
          <a:sp3d>
            <a:bevelT w="190500" h="38100"/>
          </a:sp3d>
        </p:spPr>
        <p:style>
          <a:lnRef idx="0">
            <a:schemeClr val="accent3"/>
          </a:lnRef>
          <a:fillRef idx="3">
            <a:schemeClr val="accent3"/>
          </a:fillRef>
          <a:effectRef idx="3">
            <a:schemeClr val="accent3"/>
          </a:effectRef>
          <a:fontRef idx="minor">
            <a:schemeClr val="lt1"/>
          </a:fontRef>
        </p:style>
        <p:txBody>
          <a:bodyPr wrap="square">
            <a:spAutoFit/>
          </a:bodyPr>
          <a:lstStyle/>
          <a:p>
            <a:pPr algn="ctr"/>
            <a:endParaRPr lang="es-MX" sz="3000" b="1" dirty="0" smtClean="0">
              <a:latin typeface="Lato"/>
            </a:endParaRPr>
          </a:p>
          <a:p>
            <a:pPr algn="ctr"/>
            <a:endParaRPr lang="es-MX" sz="3200" dirty="0" smtClean="0"/>
          </a:p>
          <a:p>
            <a:pPr algn="ctr"/>
            <a:r>
              <a:rPr lang="es-MX" sz="3200" dirty="0" smtClean="0"/>
              <a:t>Análisis Causa Efecto </a:t>
            </a:r>
            <a:br>
              <a:rPr lang="es-MX" sz="3200" dirty="0" smtClean="0"/>
            </a:br>
            <a:r>
              <a:rPr lang="es-MX" sz="3200" dirty="0" smtClean="0"/>
              <a:t>y Plan de Acción</a:t>
            </a:r>
          </a:p>
          <a:p>
            <a:pPr algn="ctr"/>
            <a:endParaRPr lang="es-MX" sz="3000" b="1" dirty="0"/>
          </a:p>
        </p:txBody>
      </p:sp>
      <p:sp>
        <p:nvSpPr>
          <p:cNvPr id="6" name="Rectángulo 5"/>
          <p:cNvSpPr/>
          <p:nvPr/>
        </p:nvSpPr>
        <p:spPr>
          <a:xfrm>
            <a:off x="2953633" y="4726236"/>
            <a:ext cx="9170959" cy="806375"/>
          </a:xfrm>
          <a:prstGeom prst="rect">
            <a:avLst/>
          </a:prstGeom>
        </p:spPr>
        <p:txBody>
          <a:bodyPr wrap="square">
            <a:spAutoFit/>
          </a:bodyPr>
          <a:lstStyle/>
          <a:p>
            <a:pPr lvl="0" algn="r">
              <a:lnSpc>
                <a:spcPct val="80000"/>
              </a:lnSpc>
              <a:buClr>
                <a:schemeClr val="dk1"/>
              </a:buClr>
              <a:buSzPts val="2400"/>
            </a:pPr>
            <a:r>
              <a:rPr lang="es-MX" sz="2900" b="1" dirty="0">
                <a:solidFill>
                  <a:schemeClr val="tx1"/>
                </a:solidFill>
                <a:effectLst>
                  <a:outerShdw blurRad="31750" dist="25400" dir="5400000" algn="tl" rotWithShape="0">
                    <a:srgbClr val="000000">
                      <a:alpha val="25000"/>
                    </a:srgbClr>
                  </a:outerShdw>
                </a:effectLst>
                <a:latin typeface="Lato"/>
                <a:sym typeface="Calibri"/>
              </a:rPr>
              <a:t>INE </a:t>
            </a:r>
          </a:p>
          <a:p>
            <a:pPr lvl="0" algn="r">
              <a:lnSpc>
                <a:spcPct val="80000"/>
              </a:lnSpc>
              <a:buClr>
                <a:schemeClr val="dk1"/>
              </a:buClr>
              <a:buSzPts val="2400"/>
            </a:pPr>
            <a:r>
              <a:rPr lang="es-MX" sz="2900" b="1" dirty="0">
                <a:solidFill>
                  <a:schemeClr val="tx1"/>
                </a:solidFill>
                <a:effectLst>
                  <a:outerShdw blurRad="31750" dist="25400" dir="5400000" algn="tl" rotWithShape="0">
                    <a:srgbClr val="000000">
                      <a:alpha val="25000"/>
                    </a:srgbClr>
                  </a:outerShdw>
                </a:effectLst>
                <a:latin typeface="Lato"/>
                <a:sym typeface="Calibri"/>
              </a:rPr>
              <a:t>Junta Local Ejecutiva Puebla</a:t>
            </a:r>
          </a:p>
        </p:txBody>
      </p:sp>
    </p:spTree>
    <p:extLst>
      <p:ext uri="{BB962C8B-B14F-4D97-AF65-F5344CB8AC3E}">
        <p14:creationId xmlns:p14="http://schemas.microsoft.com/office/powerpoint/2010/main" val="244627663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CuadroTexto"/>
          <p:cNvSpPr txBox="1"/>
          <p:nvPr/>
        </p:nvSpPr>
        <p:spPr>
          <a:xfrm>
            <a:off x="298222" y="1708484"/>
            <a:ext cx="3997052" cy="738664"/>
          </a:xfrm>
          <a:prstGeom prst="rect">
            <a:avLst/>
          </a:prstGeom>
          <a:noFill/>
        </p:spPr>
        <p:txBody>
          <a:bodyPr wrap="square" rtlCol="0">
            <a:spAutoFit/>
          </a:bodyPr>
          <a:lstStyle/>
          <a:p>
            <a:r>
              <a:rPr lang="es-ES_tradnl" dirty="0" smtClean="0"/>
              <a:t>.</a:t>
            </a:r>
            <a:endParaRPr lang="es-ES_tradnl" dirty="0" smtClean="0"/>
          </a:p>
          <a:p>
            <a:pPr marL="285750" lvl="1" indent="-285750">
              <a:buFont typeface="Wingdings" panose="05000000000000000000" pitchFamily="2" charset="2"/>
              <a:buChar char="v"/>
            </a:pPr>
            <a:endParaRPr lang="es-ES_tradnl" dirty="0"/>
          </a:p>
          <a:p>
            <a:pPr lvl="1"/>
            <a:endParaRPr lang="es-MX" dirty="0"/>
          </a:p>
        </p:txBody>
      </p:sp>
      <p:pic>
        <p:nvPicPr>
          <p:cNvPr id="4" name="Imagen 3"/>
          <p:cNvPicPr>
            <a:picLocks noChangeAspect="1"/>
          </p:cNvPicPr>
          <p:nvPr/>
        </p:nvPicPr>
        <p:blipFill>
          <a:blip r:embed="rId2"/>
          <a:stretch>
            <a:fillRect/>
          </a:stretch>
        </p:blipFill>
        <p:spPr>
          <a:xfrm>
            <a:off x="5091355" y="3614889"/>
            <a:ext cx="2375368" cy="2335446"/>
          </a:xfrm>
          <a:prstGeom prst="rect">
            <a:avLst/>
          </a:prstGeom>
          <a:ln>
            <a:noFill/>
          </a:ln>
          <a:effectLst/>
          <a:scene3d>
            <a:camera prst="orthographicFront">
              <a:rot lat="0" lon="0" rev="0"/>
            </a:camera>
            <a:lightRig rig="contrasting" dir="t">
              <a:rot lat="0" lon="0" rev="7800000"/>
            </a:lightRig>
          </a:scene3d>
          <a:sp3d>
            <a:bevelT w="139700" h="139700"/>
          </a:sp3d>
        </p:spPr>
      </p:pic>
      <p:sp>
        <p:nvSpPr>
          <p:cNvPr id="6" name="CuadroTexto 5"/>
          <p:cNvSpPr txBox="1"/>
          <p:nvPr/>
        </p:nvSpPr>
        <p:spPr>
          <a:xfrm>
            <a:off x="156534" y="1032213"/>
            <a:ext cx="11845466" cy="1815882"/>
          </a:xfrm>
          <a:prstGeom prst="rect">
            <a:avLst/>
          </a:prstGeom>
          <a:noFill/>
        </p:spPr>
        <p:txBody>
          <a:bodyPr wrap="square" rtlCol="0">
            <a:spAutoFit/>
          </a:bodyPr>
          <a:lstStyle/>
          <a:p>
            <a:r>
              <a:rPr lang="es-ES_tradnl" dirty="0"/>
              <a:t>Cuando las acciones sean clasificadas para su solución como correcciones y acciones correctivas, deben ser analizadas e implementadas con base en lo establecido en el </a:t>
            </a:r>
            <a:r>
              <a:rPr lang="es-ES_tradnl" b="1" dirty="0"/>
              <a:t>Procedimiento de Acciones </a:t>
            </a:r>
            <a:r>
              <a:rPr lang="es-ES_tradnl" b="1" dirty="0" smtClean="0"/>
              <a:t>Correctivas</a:t>
            </a:r>
            <a:r>
              <a:rPr lang="es-ES_tradnl" dirty="0" smtClean="0"/>
              <a:t>.</a:t>
            </a:r>
          </a:p>
          <a:p>
            <a:endParaRPr lang="es-ES_tradnl" dirty="0"/>
          </a:p>
          <a:p>
            <a:r>
              <a:rPr lang="es-ES_tradnl" dirty="0"/>
              <a:t>Las mejoras incluyen:</a:t>
            </a:r>
            <a:endParaRPr lang="es-MX" dirty="0"/>
          </a:p>
          <a:p>
            <a:r>
              <a:rPr lang="es-ES_tradnl" dirty="0"/>
              <a:t> </a:t>
            </a:r>
            <a:endParaRPr lang="es-MX" dirty="0"/>
          </a:p>
          <a:p>
            <a:pPr marL="285750" lvl="6" indent="-285750">
              <a:buFont typeface="Wingdings" panose="05000000000000000000" pitchFamily="2" charset="2"/>
              <a:buChar char="v"/>
            </a:pPr>
            <a:r>
              <a:rPr lang="es-ES_tradnl" dirty="0"/>
              <a:t>Mejora en el servicio para cumplir los requisitos, así como considerar las necesidades y expectativas futuras de la ciudadanía.</a:t>
            </a:r>
            <a:endParaRPr lang="es-MX" dirty="0"/>
          </a:p>
          <a:p>
            <a:pPr marL="285750" lvl="6" indent="-285750">
              <a:buFont typeface="Wingdings" panose="05000000000000000000" pitchFamily="2" charset="2"/>
              <a:buChar char="v"/>
            </a:pPr>
            <a:r>
              <a:rPr lang="es-ES_tradnl" dirty="0"/>
              <a:t>Corregir, prevenir o reducir los efectos no deseados.</a:t>
            </a:r>
            <a:endParaRPr lang="es-MX" dirty="0"/>
          </a:p>
          <a:p>
            <a:pPr marL="285750" lvl="6" indent="-285750">
              <a:buFont typeface="Wingdings" panose="05000000000000000000" pitchFamily="2" charset="2"/>
              <a:buChar char="v"/>
            </a:pPr>
            <a:r>
              <a:rPr lang="es-ES_tradnl" dirty="0"/>
              <a:t>Mejorar el desempeño y la eficacia del SGC</a:t>
            </a:r>
            <a:endParaRPr lang="es-MX" dirty="0"/>
          </a:p>
        </p:txBody>
      </p:sp>
      <p:sp>
        <p:nvSpPr>
          <p:cNvPr id="7" name="Rectángulo 6"/>
          <p:cNvSpPr/>
          <p:nvPr/>
        </p:nvSpPr>
        <p:spPr>
          <a:xfrm>
            <a:off x="2224321" y="129151"/>
            <a:ext cx="1285929" cy="523220"/>
          </a:xfrm>
          <a:prstGeom prst="rect">
            <a:avLst/>
          </a:prstGeom>
        </p:spPr>
        <p:txBody>
          <a:bodyPr wrap="none">
            <a:spAutoFit/>
          </a:bodyPr>
          <a:lstStyle/>
          <a:p>
            <a:r>
              <a:rPr lang="es-MX" sz="2800" dirty="0" smtClean="0">
                <a:solidFill>
                  <a:schemeClr val="bg1"/>
                </a:solidFill>
              </a:rPr>
              <a:t>Mejora</a:t>
            </a:r>
            <a:endParaRPr lang="es-MX" sz="2800" dirty="0">
              <a:solidFill>
                <a:schemeClr val="bg1"/>
              </a:solidFill>
            </a:endParaRPr>
          </a:p>
        </p:txBody>
      </p:sp>
    </p:spTree>
    <p:extLst>
      <p:ext uri="{BB962C8B-B14F-4D97-AF65-F5344CB8AC3E}">
        <p14:creationId xmlns:p14="http://schemas.microsoft.com/office/powerpoint/2010/main" val="195856502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0" y="0"/>
            <a:ext cx="12192000" cy="2123658"/>
          </a:xfrm>
          <a:prstGeom prst="rect">
            <a:avLst/>
          </a:prstGeom>
          <a:solidFill>
            <a:srgbClr val="F03399"/>
          </a:solidFill>
        </p:spPr>
        <p:txBody>
          <a:bodyPr wrap="square">
            <a:spAutoFit/>
          </a:bodyPr>
          <a:lstStyle/>
          <a:p>
            <a:pPr algn="ctr"/>
            <a:r>
              <a:rPr lang="es-MX" sz="4400" b="1" dirty="0" smtClean="0">
                <a:solidFill>
                  <a:schemeClr val="bg1"/>
                </a:solidFill>
              </a:rPr>
              <a:t>Técnicas de Análisis de Causa Raíz para la Atención de Acciones correctivas y de Mejora </a:t>
            </a:r>
            <a:endParaRPr lang="es-MX" sz="4400" b="1" dirty="0">
              <a:solidFill>
                <a:schemeClr val="bg1"/>
              </a:solidFill>
            </a:endParaRPr>
          </a:p>
        </p:txBody>
      </p:sp>
    </p:spTree>
    <p:extLst>
      <p:ext uri="{BB962C8B-B14F-4D97-AF65-F5344CB8AC3E}">
        <p14:creationId xmlns:p14="http://schemas.microsoft.com/office/powerpoint/2010/main" val="18833400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559486" y="1511473"/>
            <a:ext cx="7765807" cy="4031873"/>
          </a:xfrm>
          <a:prstGeom prst="rect">
            <a:avLst/>
          </a:prstGeom>
        </p:spPr>
        <p:txBody>
          <a:bodyPr wrap="square">
            <a:spAutoFit/>
          </a:bodyPr>
          <a:lstStyle/>
          <a:p>
            <a:pPr marL="285750" indent="-285750">
              <a:buFont typeface="Wingdings" panose="05000000000000000000" pitchFamily="2" charset="2"/>
              <a:buChar char="ü"/>
            </a:pPr>
            <a:r>
              <a:rPr lang="es-MX" sz="1600" dirty="0">
                <a:latin typeface="Lato"/>
                <a:ea typeface="Arial Unicode MS" panose="020B0604020202020204" pitchFamily="34" charset="-128"/>
                <a:cs typeface="Arial Unicode MS" panose="020B0604020202020204" pitchFamily="34" charset="-128"/>
              </a:rPr>
              <a:t>Reunir y clasificar la información.</a:t>
            </a:r>
          </a:p>
          <a:p>
            <a:r>
              <a:rPr lang="es-MX" sz="1600" dirty="0">
                <a:latin typeface="Lato"/>
                <a:ea typeface="Arial Unicode MS" panose="020B0604020202020204" pitchFamily="34" charset="-128"/>
                <a:cs typeface="Arial Unicode MS" panose="020B0604020202020204" pitchFamily="34" charset="-128"/>
              </a:rPr>
              <a:t> </a:t>
            </a:r>
          </a:p>
          <a:p>
            <a:pPr marL="285750" indent="-285750">
              <a:buFont typeface="Wingdings" panose="05000000000000000000" pitchFamily="2" charset="2"/>
              <a:buChar char="ü"/>
            </a:pPr>
            <a:r>
              <a:rPr lang="es-MX" sz="1600" dirty="0">
                <a:latin typeface="Lato"/>
              </a:rPr>
              <a:t>Hacer fácil la recopilación de datos.</a:t>
            </a:r>
          </a:p>
          <a:p>
            <a:pPr marL="285750" indent="-285750">
              <a:buFont typeface="Wingdings" panose="05000000000000000000" pitchFamily="2" charset="2"/>
              <a:buChar char="ü"/>
            </a:pPr>
            <a:endParaRPr lang="es-MX" sz="1600" dirty="0">
              <a:latin typeface="Lato"/>
            </a:endParaRPr>
          </a:p>
          <a:p>
            <a:pPr marL="285750" indent="-285750">
              <a:buFont typeface="Wingdings" panose="05000000000000000000" pitchFamily="2" charset="2"/>
              <a:buChar char="ü"/>
            </a:pPr>
            <a:r>
              <a:rPr lang="es-ES" sz="1600" dirty="0">
                <a:latin typeface="Lato"/>
              </a:rPr>
              <a:t>Facilita que una persona pueda tomar datos en una forma </a:t>
            </a:r>
            <a:r>
              <a:rPr lang="es-ES" sz="1600" dirty="0" smtClean="0">
                <a:latin typeface="Lato"/>
              </a:rPr>
              <a:t>ordenada y </a:t>
            </a:r>
            <a:r>
              <a:rPr lang="es-ES" sz="1600" dirty="0">
                <a:latin typeface="Lato"/>
              </a:rPr>
              <a:t>de acuerdo al estándar requerido en el análisis que se esté realizando.</a:t>
            </a:r>
          </a:p>
          <a:p>
            <a:pPr marL="285750" indent="-285750">
              <a:buFont typeface="Wingdings" panose="05000000000000000000" pitchFamily="2" charset="2"/>
              <a:buChar char="ü"/>
            </a:pPr>
            <a:endParaRPr lang="es-MX" sz="1600" dirty="0">
              <a:latin typeface="Lato"/>
            </a:endParaRPr>
          </a:p>
          <a:p>
            <a:pPr marL="285750" indent="-285750">
              <a:buFont typeface="Wingdings" panose="05000000000000000000" pitchFamily="2" charset="2"/>
              <a:buChar char="ü"/>
            </a:pPr>
            <a:r>
              <a:rPr lang="es-ES" sz="1600" dirty="0">
                <a:latin typeface="Lato"/>
              </a:rPr>
              <a:t>Establecer las características de calidad de un producto o servicio.</a:t>
            </a:r>
          </a:p>
          <a:p>
            <a:pPr marL="285750" indent="-285750">
              <a:buFont typeface="Wingdings" panose="05000000000000000000" pitchFamily="2" charset="2"/>
              <a:buChar char="ü"/>
            </a:pPr>
            <a:endParaRPr lang="es-MX" sz="1600" dirty="0">
              <a:latin typeface="Lato"/>
            </a:endParaRPr>
          </a:p>
          <a:p>
            <a:pPr marL="285750" indent="-285750">
              <a:buFont typeface="Wingdings" panose="05000000000000000000" pitchFamily="2" charset="2"/>
              <a:buChar char="ü"/>
            </a:pPr>
            <a:r>
              <a:rPr lang="es-ES" sz="1600" dirty="0">
                <a:latin typeface="Lato"/>
              </a:rPr>
              <a:t>Evaluar la calidad de un producto o servicio en factores básicos y secundarios.</a:t>
            </a:r>
          </a:p>
          <a:p>
            <a:pPr marL="285750" indent="-285750">
              <a:buFont typeface="Wingdings" panose="05000000000000000000" pitchFamily="2" charset="2"/>
              <a:buChar char="ü"/>
            </a:pPr>
            <a:endParaRPr lang="es-MX" sz="1600" dirty="0">
              <a:latin typeface="Lato"/>
            </a:endParaRPr>
          </a:p>
          <a:p>
            <a:pPr marL="285750" indent="-285750">
              <a:buFont typeface="Wingdings" panose="05000000000000000000" pitchFamily="2" charset="2"/>
              <a:buChar char="ü"/>
            </a:pPr>
            <a:r>
              <a:rPr lang="es-ES" sz="1600" dirty="0">
                <a:latin typeface="Lato"/>
              </a:rPr>
              <a:t>Confirmar si se han hecho las verificaciones programadas.</a:t>
            </a:r>
          </a:p>
          <a:p>
            <a:pPr marL="285750" indent="-285750">
              <a:buFont typeface="Wingdings" panose="05000000000000000000" pitchFamily="2" charset="2"/>
              <a:buChar char="ü"/>
            </a:pPr>
            <a:endParaRPr lang="es-MX" sz="1600" dirty="0">
              <a:latin typeface="Lato"/>
            </a:endParaRPr>
          </a:p>
          <a:p>
            <a:pPr marL="285750" indent="-285750">
              <a:buFont typeface="Wingdings" panose="05000000000000000000" pitchFamily="2" charset="2"/>
              <a:buChar char="ü"/>
            </a:pPr>
            <a:r>
              <a:rPr lang="es-ES" sz="1600" dirty="0">
                <a:latin typeface="Lato"/>
              </a:rPr>
              <a:t>Localizar fallas en el servicio al cliente.</a:t>
            </a:r>
            <a:endParaRPr lang="es-MX" sz="1600" dirty="0">
              <a:latin typeface="Lato"/>
            </a:endParaRPr>
          </a:p>
          <a:p>
            <a:pPr marL="285750" indent="-285750">
              <a:buFont typeface="Wingdings" panose="05000000000000000000" pitchFamily="2" charset="2"/>
              <a:buChar char="ü"/>
            </a:pPr>
            <a:endParaRPr lang="es-MX" sz="1600" dirty="0">
              <a:latin typeface="Lato"/>
            </a:endParaRPr>
          </a:p>
          <a:p>
            <a:pPr marL="285750" indent="-285750">
              <a:buFont typeface="Wingdings" panose="05000000000000000000" pitchFamily="2" charset="2"/>
              <a:buChar char="ü"/>
            </a:pPr>
            <a:endParaRPr lang="es-MX" sz="1600" dirty="0">
              <a:latin typeface="Lato"/>
            </a:endParaRPr>
          </a:p>
        </p:txBody>
      </p:sp>
      <p:sp>
        <p:nvSpPr>
          <p:cNvPr id="4" name="CuadroTexto 3"/>
          <p:cNvSpPr txBox="1"/>
          <p:nvPr/>
        </p:nvSpPr>
        <p:spPr>
          <a:xfrm>
            <a:off x="559486" y="887384"/>
            <a:ext cx="4284109" cy="400110"/>
          </a:xfrm>
          <a:prstGeom prst="rect">
            <a:avLst/>
          </a:prstGeom>
          <a:noFill/>
        </p:spPr>
        <p:txBody>
          <a:bodyPr wrap="square" rtlCol="0">
            <a:spAutoFit/>
          </a:bodyPr>
          <a:lstStyle/>
          <a:p>
            <a:r>
              <a:rPr lang="es-MX" sz="2000" b="1" dirty="0" smtClean="0">
                <a:latin typeface="Lato"/>
              </a:rPr>
              <a:t>¿Para qué nos sirve?</a:t>
            </a:r>
            <a:endParaRPr lang="es-MX" sz="2000" b="1" dirty="0">
              <a:latin typeface="Lato"/>
            </a:endParaRPr>
          </a:p>
        </p:txBody>
      </p:sp>
      <p:pic>
        <p:nvPicPr>
          <p:cNvPr id="2" name="Imagen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98241" y="1843828"/>
            <a:ext cx="1823711" cy="1995308"/>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
        <p:nvSpPr>
          <p:cNvPr id="5" name="Rectángulo 4"/>
          <p:cNvSpPr/>
          <p:nvPr/>
        </p:nvSpPr>
        <p:spPr>
          <a:xfrm>
            <a:off x="2237438" y="140185"/>
            <a:ext cx="3384260" cy="523220"/>
          </a:xfrm>
          <a:prstGeom prst="rect">
            <a:avLst/>
          </a:prstGeom>
        </p:spPr>
        <p:txBody>
          <a:bodyPr wrap="none">
            <a:spAutoFit/>
          </a:bodyPr>
          <a:lstStyle/>
          <a:p>
            <a:r>
              <a:rPr lang="es-MX" sz="2800" dirty="0">
                <a:solidFill>
                  <a:schemeClr val="bg1"/>
                </a:solidFill>
                <a:latin typeface="Lato"/>
              </a:rPr>
              <a:t>Hoja de Verificación</a:t>
            </a:r>
            <a:endParaRPr lang="es-MX" sz="2800" dirty="0">
              <a:solidFill>
                <a:schemeClr val="bg1"/>
              </a:solidFill>
              <a:latin typeface="Lato"/>
            </a:endParaRPr>
          </a:p>
        </p:txBody>
      </p:sp>
    </p:spTree>
    <p:extLst>
      <p:ext uri="{BB962C8B-B14F-4D97-AF65-F5344CB8AC3E}">
        <p14:creationId xmlns:p14="http://schemas.microsoft.com/office/powerpoint/2010/main" val="326815216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98094" y="1032202"/>
            <a:ext cx="6455391" cy="268856"/>
          </a:xfrm>
          <a:prstGeom prst="rect">
            <a:avLst/>
          </a:prstGeom>
        </p:spPr>
        <p:txBody>
          <a:bodyPr wrap="square">
            <a:spAutoFit/>
          </a:bodyPr>
          <a:lstStyle/>
          <a:p>
            <a:pPr marL="152400" marR="114300" indent="-241300">
              <a:lnSpc>
                <a:spcPts val="1295"/>
              </a:lnSpc>
              <a:spcBef>
                <a:spcPts val="5400"/>
              </a:spcBef>
              <a:spcAft>
                <a:spcPts val="1020"/>
              </a:spcAft>
            </a:pPr>
            <a:r>
              <a:rPr lang="es-ES" sz="1800" dirty="0">
                <a:latin typeface="Lato"/>
                <a:ea typeface="Arial" panose="020B0604020202020204" pitchFamily="34" charset="0"/>
              </a:rPr>
              <a:t>Es importante que se analice las siguientes cuestiones:</a:t>
            </a:r>
            <a:endParaRPr lang="es-MX" sz="1800" dirty="0">
              <a:latin typeface="Lato"/>
              <a:ea typeface="Arial" panose="020B0604020202020204" pitchFamily="34" charset="0"/>
            </a:endParaRPr>
          </a:p>
        </p:txBody>
      </p:sp>
      <p:graphicFrame>
        <p:nvGraphicFramePr>
          <p:cNvPr id="4" name="Diagrama 3"/>
          <p:cNvGraphicFramePr/>
          <p:nvPr>
            <p:extLst>
              <p:ext uri="{D42A27DB-BD31-4B8C-83A1-F6EECF244321}">
                <p14:modId xmlns:p14="http://schemas.microsoft.com/office/powerpoint/2010/main" val="3327576625"/>
              </p:ext>
            </p:extLst>
          </p:nvPr>
        </p:nvGraphicFramePr>
        <p:xfrm>
          <a:off x="1462206" y="1671426"/>
          <a:ext cx="8757634" cy="42062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Rectángulo 4"/>
          <p:cNvSpPr/>
          <p:nvPr/>
        </p:nvSpPr>
        <p:spPr>
          <a:xfrm>
            <a:off x="2224892" y="138614"/>
            <a:ext cx="6724918" cy="523220"/>
          </a:xfrm>
          <a:prstGeom prst="rect">
            <a:avLst/>
          </a:prstGeom>
        </p:spPr>
        <p:txBody>
          <a:bodyPr wrap="none">
            <a:spAutoFit/>
          </a:bodyPr>
          <a:lstStyle/>
          <a:p>
            <a:r>
              <a:rPr lang="es-MX" sz="2800" dirty="0" smtClean="0">
                <a:solidFill>
                  <a:schemeClr val="bg1"/>
                </a:solidFill>
                <a:latin typeface="Lato"/>
              </a:rPr>
              <a:t>¿qué </a:t>
            </a:r>
            <a:r>
              <a:rPr lang="es-MX" sz="2800" dirty="0">
                <a:solidFill>
                  <a:schemeClr val="bg1"/>
                </a:solidFill>
                <a:latin typeface="Lato"/>
              </a:rPr>
              <a:t>se hace con los datos recopilados?</a:t>
            </a:r>
            <a:endParaRPr lang="es-MX" sz="2800" dirty="0">
              <a:solidFill>
                <a:schemeClr val="bg1"/>
              </a:solidFill>
              <a:latin typeface="Lato"/>
            </a:endParaRPr>
          </a:p>
        </p:txBody>
      </p:sp>
    </p:spTree>
    <p:extLst>
      <p:ext uri="{BB962C8B-B14F-4D97-AF65-F5344CB8AC3E}">
        <p14:creationId xmlns:p14="http://schemas.microsoft.com/office/powerpoint/2010/main" val="43225931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upo 13"/>
          <p:cNvGrpSpPr/>
          <p:nvPr/>
        </p:nvGrpSpPr>
        <p:grpSpPr>
          <a:xfrm>
            <a:off x="2413399" y="1118317"/>
            <a:ext cx="7086222" cy="4709783"/>
            <a:chOff x="1053726" y="1110366"/>
            <a:chExt cx="7086222" cy="4709783"/>
          </a:xfrm>
        </p:grpSpPr>
        <p:sp>
          <p:nvSpPr>
            <p:cNvPr id="6" name="Forma libre 5"/>
            <p:cNvSpPr/>
            <p:nvPr/>
          </p:nvSpPr>
          <p:spPr>
            <a:xfrm>
              <a:off x="1087127" y="1666953"/>
              <a:ext cx="6986020" cy="198112"/>
            </a:xfrm>
            <a:custGeom>
              <a:avLst/>
              <a:gdLst>
                <a:gd name="connsiteX0" fmla="*/ 0 w 8043793"/>
                <a:gd name="connsiteY0" fmla="*/ 0 h 679104"/>
                <a:gd name="connsiteX1" fmla="*/ 8043793 w 8043793"/>
                <a:gd name="connsiteY1" fmla="*/ 0 h 679104"/>
                <a:gd name="connsiteX2" fmla="*/ 8043793 w 8043793"/>
                <a:gd name="connsiteY2" fmla="*/ 679104 h 679104"/>
                <a:gd name="connsiteX3" fmla="*/ 0 w 8043793"/>
                <a:gd name="connsiteY3" fmla="*/ 679104 h 679104"/>
                <a:gd name="connsiteX4" fmla="*/ 0 w 8043793"/>
                <a:gd name="connsiteY4" fmla="*/ 0 h 679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43793" h="679104">
                  <a:moveTo>
                    <a:pt x="0" y="0"/>
                  </a:moveTo>
                  <a:lnTo>
                    <a:pt x="8043793" y="0"/>
                  </a:lnTo>
                  <a:lnTo>
                    <a:pt x="8043793" y="679104"/>
                  </a:lnTo>
                  <a:lnTo>
                    <a:pt x="0" y="679104"/>
                  </a:lnTo>
                  <a:lnTo>
                    <a:pt x="0" y="0"/>
                  </a:lnTo>
                  <a:close/>
                </a:path>
              </a:pathLst>
            </a:custGeom>
            <a:ln>
              <a:solidFill>
                <a:schemeClr val="bg1"/>
              </a:solidFill>
            </a:ln>
          </p:spPr>
          <p:style>
            <a:lnRef idx="2">
              <a:schemeClr val="dk1"/>
            </a:lnRef>
            <a:fillRef idx="1">
              <a:schemeClr val="lt1"/>
            </a:fillRef>
            <a:effectRef idx="0">
              <a:schemeClr val="dk1"/>
            </a:effectRef>
            <a:fontRef idx="minor">
              <a:schemeClr val="dk1"/>
            </a:fontRef>
          </p:style>
          <p:txBody>
            <a:bodyPr spcFirstLastPara="0" vert="horz" wrap="square" lIns="625714" tIns="229108" rIns="625714" bIns="99568" numCol="1" spcCol="1270" anchor="t" anchorCtr="0">
              <a:noAutofit/>
            </a:bodyPr>
            <a:lstStyle/>
            <a:p>
              <a:pPr marL="114300" lvl="1" indent="-114300" defTabSz="622300">
                <a:buFont typeface="Arial"/>
                <a:buChar char="••"/>
              </a:pPr>
              <a:r>
                <a:rPr lang="es-ES" sz="1600" dirty="0">
                  <a:solidFill>
                    <a:schemeClr val="tx1"/>
                  </a:solidFill>
                  <a:latin typeface="Lato"/>
                  <a:ea typeface="Arial"/>
                  <a:cs typeface="Arial"/>
                </a:rPr>
                <a:t>Los Integrantes deben enfocar su atención hacia el análisis de las características del proceso.</a:t>
              </a:r>
              <a:endParaRPr lang="es-MX" sz="1600" dirty="0">
                <a:solidFill>
                  <a:schemeClr val="tx1"/>
                </a:solidFill>
                <a:latin typeface="Lato"/>
                <a:ea typeface="Arial"/>
                <a:cs typeface="Arial"/>
              </a:endParaRPr>
            </a:p>
          </p:txBody>
        </p:sp>
        <p:sp>
          <p:nvSpPr>
            <p:cNvPr id="7" name="Forma libre 6"/>
            <p:cNvSpPr/>
            <p:nvPr/>
          </p:nvSpPr>
          <p:spPr>
            <a:xfrm>
              <a:off x="1068745" y="1110366"/>
              <a:ext cx="7004401" cy="519344"/>
            </a:xfrm>
            <a:custGeom>
              <a:avLst/>
              <a:gdLst>
                <a:gd name="connsiteX0" fmla="*/ 0 w 7004401"/>
                <a:gd name="connsiteY0" fmla="*/ 86559 h 519344"/>
                <a:gd name="connsiteX1" fmla="*/ 86559 w 7004401"/>
                <a:gd name="connsiteY1" fmla="*/ 0 h 519344"/>
                <a:gd name="connsiteX2" fmla="*/ 6917842 w 7004401"/>
                <a:gd name="connsiteY2" fmla="*/ 0 h 519344"/>
                <a:gd name="connsiteX3" fmla="*/ 7004401 w 7004401"/>
                <a:gd name="connsiteY3" fmla="*/ 86559 h 519344"/>
                <a:gd name="connsiteX4" fmla="*/ 7004401 w 7004401"/>
                <a:gd name="connsiteY4" fmla="*/ 432785 h 519344"/>
                <a:gd name="connsiteX5" fmla="*/ 6917842 w 7004401"/>
                <a:gd name="connsiteY5" fmla="*/ 519344 h 519344"/>
                <a:gd name="connsiteX6" fmla="*/ 86559 w 7004401"/>
                <a:gd name="connsiteY6" fmla="*/ 519344 h 519344"/>
                <a:gd name="connsiteX7" fmla="*/ 0 w 7004401"/>
                <a:gd name="connsiteY7" fmla="*/ 432785 h 519344"/>
                <a:gd name="connsiteX8" fmla="*/ 0 w 7004401"/>
                <a:gd name="connsiteY8" fmla="*/ 86559 h 519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004401" h="519344">
                  <a:moveTo>
                    <a:pt x="0" y="86559"/>
                  </a:moveTo>
                  <a:cubicBezTo>
                    <a:pt x="0" y="38754"/>
                    <a:pt x="38754" y="0"/>
                    <a:pt x="86559" y="0"/>
                  </a:cubicBezTo>
                  <a:lnTo>
                    <a:pt x="6917842" y="0"/>
                  </a:lnTo>
                  <a:cubicBezTo>
                    <a:pt x="6965647" y="0"/>
                    <a:pt x="7004401" y="38754"/>
                    <a:pt x="7004401" y="86559"/>
                  </a:cubicBezTo>
                  <a:lnTo>
                    <a:pt x="7004401" y="432785"/>
                  </a:lnTo>
                  <a:cubicBezTo>
                    <a:pt x="7004401" y="480590"/>
                    <a:pt x="6965647" y="519344"/>
                    <a:pt x="6917842" y="519344"/>
                  </a:cubicBezTo>
                  <a:lnTo>
                    <a:pt x="86559" y="519344"/>
                  </a:lnTo>
                  <a:cubicBezTo>
                    <a:pt x="38754" y="519344"/>
                    <a:pt x="0" y="480590"/>
                    <a:pt x="0" y="432785"/>
                  </a:cubicBezTo>
                  <a:lnTo>
                    <a:pt x="0" y="86559"/>
                  </a:lnTo>
                  <a:close/>
                </a:path>
              </a:pathLst>
            </a:custGeom>
            <a:solidFill>
              <a:schemeClr val="accent2">
                <a:lumMod val="60000"/>
                <a:lumOff val="4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rgbClr r="0" g="0" b="0"/>
            </a:lnRef>
            <a:fillRef idx="1">
              <a:scrgbClr r="0" g="0" b="0"/>
            </a:fillRef>
            <a:effectRef idx="0">
              <a:scrgbClr r="0" g="0" b="0"/>
            </a:effectRef>
            <a:fontRef idx="minor">
              <a:schemeClr val="lt1"/>
            </a:fontRef>
          </p:style>
          <p:txBody>
            <a:bodyPr spcFirstLastPara="0" vert="horz" wrap="square" lIns="238664" tIns="25352" rIns="238664" bIns="25352" numCol="1" spcCol="1270" anchor="ctr" anchorCtr="0">
              <a:noAutofit/>
            </a:bodyPr>
            <a:lstStyle/>
            <a:p>
              <a:pPr lvl="0" algn="l" defTabSz="622300">
                <a:lnSpc>
                  <a:spcPct val="90000"/>
                </a:lnSpc>
                <a:spcBef>
                  <a:spcPct val="0"/>
                </a:spcBef>
                <a:spcAft>
                  <a:spcPct val="35000"/>
                </a:spcAft>
              </a:pPr>
              <a:r>
                <a:rPr lang="es-MX" sz="1400" b="1" kern="1200" dirty="0" smtClean="0">
                  <a:solidFill>
                    <a:schemeClr val="tx1"/>
                  </a:solidFill>
                  <a:latin typeface="Century Gothic" panose="020B0502020202020204" pitchFamily="34" charset="0"/>
                </a:rPr>
                <a:t>Determinar claramente el proceso sujeto a observación. </a:t>
              </a:r>
              <a:endParaRPr lang="es-MX" sz="1400" kern="1200" dirty="0">
                <a:solidFill>
                  <a:schemeClr val="tx1"/>
                </a:solidFill>
                <a:latin typeface="Century Gothic" panose="020B0502020202020204" pitchFamily="34" charset="0"/>
              </a:endParaRPr>
            </a:p>
          </p:txBody>
        </p:sp>
        <p:sp>
          <p:nvSpPr>
            <p:cNvPr id="8" name="Forma libre 7"/>
            <p:cNvSpPr/>
            <p:nvPr/>
          </p:nvSpPr>
          <p:spPr>
            <a:xfrm>
              <a:off x="1068745" y="2908173"/>
              <a:ext cx="7035581" cy="592082"/>
            </a:xfrm>
            <a:custGeom>
              <a:avLst/>
              <a:gdLst>
                <a:gd name="connsiteX0" fmla="*/ 0 w 8043793"/>
                <a:gd name="connsiteY0" fmla="*/ 0 h 592082"/>
                <a:gd name="connsiteX1" fmla="*/ 8043793 w 8043793"/>
                <a:gd name="connsiteY1" fmla="*/ 0 h 592082"/>
                <a:gd name="connsiteX2" fmla="*/ 8043793 w 8043793"/>
                <a:gd name="connsiteY2" fmla="*/ 592082 h 592082"/>
                <a:gd name="connsiteX3" fmla="*/ 0 w 8043793"/>
                <a:gd name="connsiteY3" fmla="*/ 592082 h 592082"/>
                <a:gd name="connsiteX4" fmla="*/ 0 w 8043793"/>
                <a:gd name="connsiteY4" fmla="*/ 0 h 5920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43793" h="592082">
                  <a:moveTo>
                    <a:pt x="0" y="0"/>
                  </a:moveTo>
                  <a:lnTo>
                    <a:pt x="8043793" y="0"/>
                  </a:lnTo>
                  <a:lnTo>
                    <a:pt x="8043793" y="592082"/>
                  </a:lnTo>
                  <a:lnTo>
                    <a:pt x="0" y="592082"/>
                  </a:lnTo>
                  <a:lnTo>
                    <a:pt x="0" y="0"/>
                  </a:lnTo>
                  <a:close/>
                </a:path>
              </a:pathLst>
            </a:custGeom>
            <a:ln>
              <a:solidFill>
                <a:schemeClr val="bg1"/>
              </a:solidFill>
            </a:ln>
          </p:spPr>
          <p:style>
            <a:lnRef idx="2">
              <a:schemeClr val="dk1"/>
            </a:lnRef>
            <a:fillRef idx="1">
              <a:schemeClr val="lt1"/>
            </a:fillRef>
            <a:effectRef idx="0">
              <a:schemeClr val="dk1"/>
            </a:effectRef>
            <a:fontRef idx="minor">
              <a:schemeClr val="dk1"/>
            </a:fontRef>
          </p:style>
          <p:txBody>
            <a:bodyPr spcFirstLastPara="0" vert="horz" wrap="square" lIns="625714" tIns="229108" rIns="625714" bIns="99568" numCol="1" spcCol="1270" anchor="t" anchorCtr="0">
              <a:noAutofit/>
            </a:bodyPr>
            <a:lstStyle/>
            <a:p>
              <a:pPr marL="114300" lvl="1" indent="-114300" algn="l" defTabSz="622300">
                <a:lnSpc>
                  <a:spcPct val="90000"/>
                </a:lnSpc>
                <a:spcBef>
                  <a:spcPct val="0"/>
                </a:spcBef>
                <a:spcAft>
                  <a:spcPct val="15000"/>
                </a:spcAft>
                <a:buChar char="••"/>
              </a:pPr>
              <a:r>
                <a:rPr lang="es-ES" sz="1400" kern="1200" dirty="0" smtClean="0">
                  <a:ln w="0"/>
                  <a:solidFill>
                    <a:schemeClr val="tx1"/>
                  </a:solidFill>
                  <a:effectLst>
                    <a:outerShdw blurRad="38100" dist="19050" dir="2700000" algn="tl" rotWithShape="0">
                      <a:schemeClr val="dk1">
                        <a:alpha val="40000"/>
                      </a:schemeClr>
                    </a:outerShdw>
                  </a:effectLst>
                  <a:latin typeface="Century Gothic" panose="020B0502020202020204" pitchFamily="34" charset="0"/>
                </a:rPr>
                <a:t>Esto puede variar de horas a semanas.</a:t>
              </a:r>
              <a:endParaRPr lang="es-MX" sz="1400" kern="1200" dirty="0">
                <a:ln w="0"/>
                <a:solidFill>
                  <a:schemeClr val="tx1"/>
                </a:solidFill>
                <a:effectLst>
                  <a:outerShdw blurRad="38100" dist="19050" dir="2700000" algn="tl" rotWithShape="0">
                    <a:schemeClr val="dk1">
                      <a:alpha val="40000"/>
                    </a:schemeClr>
                  </a:outerShdw>
                </a:effectLst>
                <a:latin typeface="Century Gothic" panose="020B0502020202020204" pitchFamily="34" charset="0"/>
              </a:endParaRPr>
            </a:p>
          </p:txBody>
        </p:sp>
        <p:sp>
          <p:nvSpPr>
            <p:cNvPr id="9" name="Forma libre 8"/>
            <p:cNvSpPr/>
            <p:nvPr/>
          </p:nvSpPr>
          <p:spPr>
            <a:xfrm>
              <a:off x="1084647" y="2459619"/>
              <a:ext cx="7034425" cy="502510"/>
            </a:xfrm>
            <a:custGeom>
              <a:avLst/>
              <a:gdLst>
                <a:gd name="connsiteX0" fmla="*/ 0 w 7034425"/>
                <a:gd name="connsiteY0" fmla="*/ 83753 h 502510"/>
                <a:gd name="connsiteX1" fmla="*/ 83753 w 7034425"/>
                <a:gd name="connsiteY1" fmla="*/ 0 h 502510"/>
                <a:gd name="connsiteX2" fmla="*/ 6950672 w 7034425"/>
                <a:gd name="connsiteY2" fmla="*/ 0 h 502510"/>
                <a:gd name="connsiteX3" fmla="*/ 7034425 w 7034425"/>
                <a:gd name="connsiteY3" fmla="*/ 83753 h 502510"/>
                <a:gd name="connsiteX4" fmla="*/ 7034425 w 7034425"/>
                <a:gd name="connsiteY4" fmla="*/ 418757 h 502510"/>
                <a:gd name="connsiteX5" fmla="*/ 6950672 w 7034425"/>
                <a:gd name="connsiteY5" fmla="*/ 502510 h 502510"/>
                <a:gd name="connsiteX6" fmla="*/ 83753 w 7034425"/>
                <a:gd name="connsiteY6" fmla="*/ 502510 h 502510"/>
                <a:gd name="connsiteX7" fmla="*/ 0 w 7034425"/>
                <a:gd name="connsiteY7" fmla="*/ 418757 h 502510"/>
                <a:gd name="connsiteX8" fmla="*/ 0 w 7034425"/>
                <a:gd name="connsiteY8" fmla="*/ 83753 h 50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034425" h="502510">
                  <a:moveTo>
                    <a:pt x="0" y="83753"/>
                  </a:moveTo>
                  <a:cubicBezTo>
                    <a:pt x="0" y="37497"/>
                    <a:pt x="37497" y="0"/>
                    <a:pt x="83753" y="0"/>
                  </a:cubicBezTo>
                  <a:lnTo>
                    <a:pt x="6950672" y="0"/>
                  </a:lnTo>
                  <a:cubicBezTo>
                    <a:pt x="6996928" y="0"/>
                    <a:pt x="7034425" y="37497"/>
                    <a:pt x="7034425" y="83753"/>
                  </a:cubicBezTo>
                  <a:lnTo>
                    <a:pt x="7034425" y="418757"/>
                  </a:lnTo>
                  <a:cubicBezTo>
                    <a:pt x="7034425" y="465013"/>
                    <a:pt x="6996928" y="502510"/>
                    <a:pt x="6950672" y="502510"/>
                  </a:cubicBezTo>
                  <a:lnTo>
                    <a:pt x="83753" y="502510"/>
                  </a:lnTo>
                  <a:cubicBezTo>
                    <a:pt x="37497" y="502510"/>
                    <a:pt x="0" y="465013"/>
                    <a:pt x="0" y="418757"/>
                  </a:cubicBezTo>
                  <a:lnTo>
                    <a:pt x="0" y="83753"/>
                  </a:lnTo>
                  <a:close/>
                </a:path>
              </a:pathLst>
            </a:custGeom>
            <a:solidFill>
              <a:schemeClr val="accent4">
                <a:lumMod val="60000"/>
                <a:lumOff val="4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rgbClr r="0" g="0" b="0"/>
            </a:lnRef>
            <a:fillRef idx="1">
              <a:scrgbClr r="0" g="0" b="0"/>
            </a:fillRef>
            <a:effectRef idx="0">
              <a:scrgbClr r="0" g="0" b="0"/>
            </a:effectRef>
            <a:fontRef idx="minor">
              <a:schemeClr val="lt1"/>
            </a:fontRef>
          </p:style>
          <p:txBody>
            <a:bodyPr spcFirstLastPara="0" vert="horz" wrap="square" lIns="237843" tIns="24531" rIns="237843" bIns="24531" numCol="1" spcCol="1270" anchor="ctr" anchorCtr="0">
              <a:noAutofit/>
            </a:bodyPr>
            <a:lstStyle/>
            <a:p>
              <a:pPr lvl="0" algn="l" defTabSz="622300">
                <a:lnSpc>
                  <a:spcPct val="90000"/>
                </a:lnSpc>
                <a:spcBef>
                  <a:spcPct val="0"/>
                </a:spcBef>
                <a:spcAft>
                  <a:spcPct val="35000"/>
                </a:spcAft>
              </a:pPr>
              <a:r>
                <a:rPr lang="es-MX" sz="1400" b="1" kern="1200" dirty="0" smtClean="0">
                  <a:solidFill>
                    <a:schemeClr val="tx1"/>
                  </a:solidFill>
                  <a:latin typeface="Century Gothic" panose="020B0502020202020204" pitchFamily="34" charset="0"/>
                </a:rPr>
                <a:t>Definir el período de tiempo durante el cual serán recolectados los datos. </a:t>
              </a:r>
              <a:endParaRPr lang="es-MX" sz="1400" kern="1200" dirty="0">
                <a:solidFill>
                  <a:schemeClr val="tx1"/>
                </a:solidFill>
                <a:latin typeface="Century Gothic" panose="020B0502020202020204" pitchFamily="34" charset="0"/>
              </a:endParaRPr>
            </a:p>
          </p:txBody>
        </p:sp>
        <p:sp>
          <p:nvSpPr>
            <p:cNvPr id="10" name="Forma libre 9"/>
            <p:cNvSpPr/>
            <p:nvPr/>
          </p:nvSpPr>
          <p:spPr>
            <a:xfrm>
              <a:off x="1053726" y="3790269"/>
              <a:ext cx="7052822" cy="601118"/>
            </a:xfrm>
            <a:custGeom>
              <a:avLst/>
              <a:gdLst>
                <a:gd name="connsiteX0" fmla="*/ 0 w 8043793"/>
                <a:gd name="connsiteY0" fmla="*/ 0 h 601118"/>
                <a:gd name="connsiteX1" fmla="*/ 8043793 w 8043793"/>
                <a:gd name="connsiteY1" fmla="*/ 0 h 601118"/>
                <a:gd name="connsiteX2" fmla="*/ 8043793 w 8043793"/>
                <a:gd name="connsiteY2" fmla="*/ 601118 h 601118"/>
                <a:gd name="connsiteX3" fmla="*/ 0 w 8043793"/>
                <a:gd name="connsiteY3" fmla="*/ 601118 h 601118"/>
                <a:gd name="connsiteX4" fmla="*/ 0 w 8043793"/>
                <a:gd name="connsiteY4" fmla="*/ 0 h 6011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43793" h="601118">
                  <a:moveTo>
                    <a:pt x="0" y="0"/>
                  </a:moveTo>
                  <a:lnTo>
                    <a:pt x="8043793" y="0"/>
                  </a:lnTo>
                  <a:lnTo>
                    <a:pt x="8043793" y="601118"/>
                  </a:lnTo>
                  <a:lnTo>
                    <a:pt x="0" y="601118"/>
                  </a:lnTo>
                  <a:lnTo>
                    <a:pt x="0" y="0"/>
                  </a:lnTo>
                  <a:close/>
                </a:path>
              </a:pathLst>
            </a:custGeom>
            <a:ln>
              <a:solidFill>
                <a:schemeClr val="bg1"/>
              </a:solidFill>
            </a:ln>
          </p:spPr>
          <p:style>
            <a:lnRef idx="2">
              <a:schemeClr val="dk1"/>
            </a:lnRef>
            <a:fillRef idx="1">
              <a:schemeClr val="lt1"/>
            </a:fillRef>
            <a:effectRef idx="0">
              <a:schemeClr val="dk1"/>
            </a:effectRef>
            <a:fontRef idx="minor">
              <a:schemeClr val="dk1"/>
            </a:fontRef>
          </p:style>
          <p:txBody>
            <a:bodyPr spcFirstLastPara="0" vert="horz" wrap="square" lIns="625714" tIns="229108" rIns="625714" bIns="99568" numCol="1" spcCol="1270" anchor="t" anchorCtr="0">
              <a:noAutofit/>
            </a:bodyPr>
            <a:lstStyle/>
            <a:p>
              <a:pPr marL="114300" lvl="1" indent="-114300" algn="l" defTabSz="622300">
                <a:lnSpc>
                  <a:spcPct val="90000"/>
                </a:lnSpc>
                <a:spcBef>
                  <a:spcPct val="0"/>
                </a:spcBef>
                <a:spcAft>
                  <a:spcPct val="15000"/>
                </a:spcAft>
                <a:buChar char="••"/>
              </a:pPr>
              <a:r>
                <a:rPr lang="es-ES" sz="1400" kern="1200" dirty="0" smtClean="0">
                  <a:ln w="0"/>
                  <a:solidFill>
                    <a:schemeClr val="tx1"/>
                  </a:solidFill>
                  <a:effectLst>
                    <a:outerShdw blurRad="38100" dist="19050" dir="2700000" algn="tl" rotWithShape="0">
                      <a:schemeClr val="dk1">
                        <a:alpha val="40000"/>
                      </a:schemeClr>
                    </a:outerShdw>
                  </a:effectLst>
                  <a:latin typeface="Century Gothic" panose="020B0502020202020204" pitchFamily="34" charset="0"/>
                </a:rPr>
                <a:t>Asegúrese de que todas las columnas estén claramente descritas y de que haya suficiente espacio para registrar los datos.</a:t>
              </a:r>
              <a:endParaRPr lang="es-MX" sz="1400" kern="1200" dirty="0">
                <a:ln w="0"/>
                <a:solidFill>
                  <a:schemeClr val="tx1"/>
                </a:solidFill>
                <a:effectLst>
                  <a:outerShdw blurRad="38100" dist="19050" dir="2700000" algn="tl" rotWithShape="0">
                    <a:schemeClr val="dk1">
                      <a:alpha val="40000"/>
                    </a:schemeClr>
                  </a:outerShdw>
                </a:effectLst>
                <a:latin typeface="Century Gothic" panose="020B0502020202020204" pitchFamily="34" charset="0"/>
              </a:endParaRPr>
            </a:p>
          </p:txBody>
        </p:sp>
        <p:sp>
          <p:nvSpPr>
            <p:cNvPr id="11" name="Forma libre 10"/>
            <p:cNvSpPr/>
            <p:nvPr/>
          </p:nvSpPr>
          <p:spPr>
            <a:xfrm>
              <a:off x="1092600" y="3455114"/>
              <a:ext cx="7047348" cy="450990"/>
            </a:xfrm>
            <a:custGeom>
              <a:avLst/>
              <a:gdLst>
                <a:gd name="connsiteX0" fmla="*/ 0 w 7047348"/>
                <a:gd name="connsiteY0" fmla="*/ 75167 h 450990"/>
                <a:gd name="connsiteX1" fmla="*/ 75167 w 7047348"/>
                <a:gd name="connsiteY1" fmla="*/ 0 h 450990"/>
                <a:gd name="connsiteX2" fmla="*/ 6972181 w 7047348"/>
                <a:gd name="connsiteY2" fmla="*/ 0 h 450990"/>
                <a:gd name="connsiteX3" fmla="*/ 7047348 w 7047348"/>
                <a:gd name="connsiteY3" fmla="*/ 75167 h 450990"/>
                <a:gd name="connsiteX4" fmla="*/ 7047348 w 7047348"/>
                <a:gd name="connsiteY4" fmla="*/ 375823 h 450990"/>
                <a:gd name="connsiteX5" fmla="*/ 6972181 w 7047348"/>
                <a:gd name="connsiteY5" fmla="*/ 450990 h 450990"/>
                <a:gd name="connsiteX6" fmla="*/ 75167 w 7047348"/>
                <a:gd name="connsiteY6" fmla="*/ 450990 h 450990"/>
                <a:gd name="connsiteX7" fmla="*/ 0 w 7047348"/>
                <a:gd name="connsiteY7" fmla="*/ 375823 h 450990"/>
                <a:gd name="connsiteX8" fmla="*/ 0 w 7047348"/>
                <a:gd name="connsiteY8" fmla="*/ 75167 h 450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047348" h="450990">
                  <a:moveTo>
                    <a:pt x="0" y="75167"/>
                  </a:moveTo>
                  <a:cubicBezTo>
                    <a:pt x="0" y="33653"/>
                    <a:pt x="33653" y="0"/>
                    <a:pt x="75167" y="0"/>
                  </a:cubicBezTo>
                  <a:lnTo>
                    <a:pt x="6972181" y="0"/>
                  </a:lnTo>
                  <a:cubicBezTo>
                    <a:pt x="7013695" y="0"/>
                    <a:pt x="7047348" y="33653"/>
                    <a:pt x="7047348" y="75167"/>
                  </a:cubicBezTo>
                  <a:lnTo>
                    <a:pt x="7047348" y="375823"/>
                  </a:lnTo>
                  <a:cubicBezTo>
                    <a:pt x="7047348" y="417337"/>
                    <a:pt x="7013695" y="450990"/>
                    <a:pt x="6972181" y="450990"/>
                  </a:cubicBezTo>
                  <a:lnTo>
                    <a:pt x="75167" y="450990"/>
                  </a:lnTo>
                  <a:cubicBezTo>
                    <a:pt x="33653" y="450990"/>
                    <a:pt x="0" y="417337"/>
                    <a:pt x="0" y="375823"/>
                  </a:cubicBezTo>
                  <a:lnTo>
                    <a:pt x="0" y="75167"/>
                  </a:lnTo>
                  <a:close/>
                </a:path>
              </a:pathLst>
            </a:custGeom>
            <a:solidFill>
              <a:schemeClr val="accent6">
                <a:lumMod val="60000"/>
                <a:lumOff val="4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rgbClr r="0" g="0" b="0"/>
            </a:lnRef>
            <a:fillRef idx="1">
              <a:scrgbClr r="0" g="0" b="0"/>
            </a:fillRef>
            <a:effectRef idx="0">
              <a:scrgbClr r="0" g="0" b="0"/>
            </a:effectRef>
            <a:fontRef idx="minor">
              <a:schemeClr val="lt1"/>
            </a:fontRef>
          </p:style>
          <p:txBody>
            <a:bodyPr spcFirstLastPara="0" vert="horz" wrap="square" lIns="235328" tIns="22016" rIns="235328" bIns="22016" numCol="1" spcCol="1270" anchor="ctr" anchorCtr="0">
              <a:noAutofit/>
            </a:bodyPr>
            <a:lstStyle/>
            <a:p>
              <a:pPr lvl="0" algn="l" defTabSz="622300">
                <a:lnSpc>
                  <a:spcPct val="90000"/>
                </a:lnSpc>
                <a:spcBef>
                  <a:spcPct val="0"/>
                </a:spcBef>
                <a:spcAft>
                  <a:spcPct val="35000"/>
                </a:spcAft>
              </a:pPr>
              <a:r>
                <a:rPr lang="es-MX" sz="1400" b="1" kern="1200" dirty="0" smtClean="0">
                  <a:solidFill>
                    <a:schemeClr val="tx1"/>
                  </a:solidFill>
                  <a:latin typeface="Century Gothic" panose="020B0502020202020204" pitchFamily="34" charset="0"/>
                </a:rPr>
                <a:t>Diseñar una forma que sea clara y fácil de usar. </a:t>
              </a:r>
              <a:endParaRPr lang="es-MX" sz="1400" kern="1200" dirty="0">
                <a:solidFill>
                  <a:schemeClr val="tx1"/>
                </a:solidFill>
                <a:latin typeface="Century Gothic" panose="020B0502020202020204" pitchFamily="34" charset="0"/>
              </a:endParaRPr>
            </a:p>
          </p:txBody>
        </p:sp>
        <p:sp>
          <p:nvSpPr>
            <p:cNvPr id="12" name="Forma libre 11"/>
            <p:cNvSpPr/>
            <p:nvPr/>
          </p:nvSpPr>
          <p:spPr>
            <a:xfrm>
              <a:off x="1084647" y="4949213"/>
              <a:ext cx="7019679" cy="870936"/>
            </a:xfrm>
            <a:custGeom>
              <a:avLst/>
              <a:gdLst>
                <a:gd name="connsiteX0" fmla="*/ 0 w 8043793"/>
                <a:gd name="connsiteY0" fmla="*/ 0 h 870936"/>
                <a:gd name="connsiteX1" fmla="*/ 8043793 w 8043793"/>
                <a:gd name="connsiteY1" fmla="*/ 0 h 870936"/>
                <a:gd name="connsiteX2" fmla="*/ 8043793 w 8043793"/>
                <a:gd name="connsiteY2" fmla="*/ 870936 h 870936"/>
                <a:gd name="connsiteX3" fmla="*/ 0 w 8043793"/>
                <a:gd name="connsiteY3" fmla="*/ 870936 h 870936"/>
                <a:gd name="connsiteX4" fmla="*/ 0 w 8043793"/>
                <a:gd name="connsiteY4" fmla="*/ 0 h 8709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43793" h="870936">
                  <a:moveTo>
                    <a:pt x="0" y="0"/>
                  </a:moveTo>
                  <a:lnTo>
                    <a:pt x="8043793" y="0"/>
                  </a:lnTo>
                  <a:lnTo>
                    <a:pt x="8043793" y="870936"/>
                  </a:lnTo>
                  <a:lnTo>
                    <a:pt x="0" y="870936"/>
                  </a:lnTo>
                  <a:lnTo>
                    <a:pt x="0" y="0"/>
                  </a:lnTo>
                  <a:close/>
                </a:path>
              </a:pathLst>
            </a:custGeom>
            <a:ln>
              <a:solidFill>
                <a:schemeClr val="bg1"/>
              </a:solidFill>
            </a:ln>
          </p:spPr>
          <p:style>
            <a:lnRef idx="2">
              <a:schemeClr val="dk1"/>
            </a:lnRef>
            <a:fillRef idx="1">
              <a:schemeClr val="lt1"/>
            </a:fillRef>
            <a:effectRef idx="0">
              <a:schemeClr val="dk1"/>
            </a:effectRef>
            <a:fontRef idx="minor">
              <a:schemeClr val="dk1"/>
            </a:fontRef>
          </p:style>
          <p:txBody>
            <a:bodyPr spcFirstLastPara="0" vert="horz" wrap="square" lIns="625714" tIns="229108" rIns="625714" bIns="99568" numCol="1" spcCol="1270" anchor="t" anchorCtr="0">
              <a:noAutofit/>
            </a:bodyPr>
            <a:lstStyle/>
            <a:p>
              <a:pPr marL="114300" lvl="1" indent="-114300" algn="l" defTabSz="622300">
                <a:lnSpc>
                  <a:spcPct val="90000"/>
                </a:lnSpc>
                <a:spcBef>
                  <a:spcPct val="0"/>
                </a:spcBef>
                <a:spcAft>
                  <a:spcPct val="15000"/>
                </a:spcAft>
                <a:buChar char="••"/>
              </a:pPr>
              <a:r>
                <a:rPr lang="es-ES" sz="1400" kern="1200" dirty="0" smtClean="0">
                  <a:ln w="0"/>
                  <a:solidFill>
                    <a:schemeClr val="tx1"/>
                  </a:solidFill>
                  <a:effectLst>
                    <a:outerShdw blurRad="38100" dist="19050" dir="2700000" algn="tl" rotWithShape="0">
                      <a:schemeClr val="dk1">
                        <a:alpha val="40000"/>
                      </a:schemeClr>
                    </a:outerShdw>
                  </a:effectLst>
                  <a:latin typeface="Century Gothic" panose="020B0502020202020204" pitchFamily="34" charset="0"/>
                </a:rPr>
                <a:t>Asegúrese de que todas las columnas estén claramente descritas y de que haya suficiente espacio para registrar los datos.</a:t>
              </a:r>
              <a:endParaRPr lang="es-MX" sz="1400" kern="1200" dirty="0">
                <a:ln w="0"/>
                <a:solidFill>
                  <a:schemeClr val="tx1"/>
                </a:solidFill>
                <a:effectLst>
                  <a:outerShdw blurRad="38100" dist="19050" dir="2700000" algn="tl" rotWithShape="0">
                    <a:schemeClr val="dk1">
                      <a:alpha val="40000"/>
                    </a:schemeClr>
                  </a:outerShdw>
                </a:effectLst>
                <a:latin typeface="Century Gothic" panose="020B0502020202020204" pitchFamily="34" charset="0"/>
              </a:endParaRPr>
            </a:p>
          </p:txBody>
        </p:sp>
        <p:sp>
          <p:nvSpPr>
            <p:cNvPr id="13" name="Forma libre 12"/>
            <p:cNvSpPr/>
            <p:nvPr/>
          </p:nvSpPr>
          <p:spPr>
            <a:xfrm>
              <a:off x="1108503" y="4451558"/>
              <a:ext cx="6995823" cy="497655"/>
            </a:xfrm>
            <a:custGeom>
              <a:avLst/>
              <a:gdLst>
                <a:gd name="connsiteX0" fmla="*/ 0 w 6995823"/>
                <a:gd name="connsiteY0" fmla="*/ 82944 h 497655"/>
                <a:gd name="connsiteX1" fmla="*/ 82944 w 6995823"/>
                <a:gd name="connsiteY1" fmla="*/ 0 h 497655"/>
                <a:gd name="connsiteX2" fmla="*/ 6912879 w 6995823"/>
                <a:gd name="connsiteY2" fmla="*/ 0 h 497655"/>
                <a:gd name="connsiteX3" fmla="*/ 6995823 w 6995823"/>
                <a:gd name="connsiteY3" fmla="*/ 82944 h 497655"/>
                <a:gd name="connsiteX4" fmla="*/ 6995823 w 6995823"/>
                <a:gd name="connsiteY4" fmla="*/ 414711 h 497655"/>
                <a:gd name="connsiteX5" fmla="*/ 6912879 w 6995823"/>
                <a:gd name="connsiteY5" fmla="*/ 497655 h 497655"/>
                <a:gd name="connsiteX6" fmla="*/ 82944 w 6995823"/>
                <a:gd name="connsiteY6" fmla="*/ 497655 h 497655"/>
                <a:gd name="connsiteX7" fmla="*/ 0 w 6995823"/>
                <a:gd name="connsiteY7" fmla="*/ 414711 h 497655"/>
                <a:gd name="connsiteX8" fmla="*/ 0 w 6995823"/>
                <a:gd name="connsiteY8" fmla="*/ 82944 h 4976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95823" h="497655">
                  <a:moveTo>
                    <a:pt x="0" y="82944"/>
                  </a:moveTo>
                  <a:cubicBezTo>
                    <a:pt x="0" y="37135"/>
                    <a:pt x="37135" y="0"/>
                    <a:pt x="82944" y="0"/>
                  </a:cubicBezTo>
                  <a:lnTo>
                    <a:pt x="6912879" y="0"/>
                  </a:lnTo>
                  <a:cubicBezTo>
                    <a:pt x="6958688" y="0"/>
                    <a:pt x="6995823" y="37135"/>
                    <a:pt x="6995823" y="82944"/>
                  </a:cubicBezTo>
                  <a:lnTo>
                    <a:pt x="6995823" y="414711"/>
                  </a:lnTo>
                  <a:cubicBezTo>
                    <a:pt x="6995823" y="460520"/>
                    <a:pt x="6958688" y="497655"/>
                    <a:pt x="6912879" y="497655"/>
                  </a:cubicBezTo>
                  <a:lnTo>
                    <a:pt x="82944" y="497655"/>
                  </a:lnTo>
                  <a:cubicBezTo>
                    <a:pt x="37135" y="497655"/>
                    <a:pt x="0" y="460520"/>
                    <a:pt x="0" y="414711"/>
                  </a:cubicBezTo>
                  <a:lnTo>
                    <a:pt x="0" y="82944"/>
                  </a:lnTo>
                  <a:close/>
                </a:path>
              </a:pathLst>
            </a:cu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rgbClr r="0" g="0" b="0"/>
            </a:lnRef>
            <a:fillRef idx="1">
              <a:schemeClr val="accent1">
                <a:hueOff val="0"/>
                <a:satOff val="0"/>
                <a:lumOff val="0"/>
                <a:alphaOff val="0"/>
              </a:schemeClr>
            </a:fillRef>
            <a:effectRef idx="0">
              <a:scrgbClr r="0" g="0" b="0"/>
            </a:effectRef>
            <a:fontRef idx="minor">
              <a:schemeClr val="lt1"/>
            </a:fontRef>
          </p:style>
          <p:txBody>
            <a:bodyPr spcFirstLastPara="0" vert="horz" wrap="square" lIns="237606" tIns="24294" rIns="237606" bIns="24294" numCol="1" spcCol="1270" anchor="ctr" anchorCtr="0">
              <a:noAutofit/>
            </a:bodyPr>
            <a:lstStyle/>
            <a:p>
              <a:pPr lvl="0" algn="l" defTabSz="622300">
                <a:lnSpc>
                  <a:spcPct val="90000"/>
                </a:lnSpc>
                <a:spcBef>
                  <a:spcPct val="0"/>
                </a:spcBef>
                <a:spcAft>
                  <a:spcPct val="35000"/>
                </a:spcAft>
              </a:pPr>
              <a:r>
                <a:rPr lang="es-MX" sz="1400" b="1" kern="1200" dirty="0" smtClean="0">
                  <a:solidFill>
                    <a:schemeClr val="tx1"/>
                  </a:solidFill>
                  <a:latin typeface="Century Gothic" panose="020B0502020202020204" pitchFamily="34" charset="0"/>
                </a:rPr>
                <a:t>Diseñar una forma que sea clara y fácil de usar. </a:t>
              </a:r>
              <a:endParaRPr lang="es-MX" sz="1400" kern="1200" dirty="0">
                <a:solidFill>
                  <a:schemeClr val="tx1"/>
                </a:solidFill>
                <a:latin typeface="Century Gothic" panose="020B0502020202020204" pitchFamily="34" charset="0"/>
              </a:endParaRPr>
            </a:p>
          </p:txBody>
        </p:sp>
      </p:grpSp>
      <p:sp>
        <p:nvSpPr>
          <p:cNvPr id="3" name="Rectángulo 2"/>
          <p:cNvSpPr/>
          <p:nvPr/>
        </p:nvSpPr>
        <p:spPr>
          <a:xfrm>
            <a:off x="2229818" y="142613"/>
            <a:ext cx="6805068" cy="523220"/>
          </a:xfrm>
          <a:prstGeom prst="rect">
            <a:avLst/>
          </a:prstGeom>
        </p:spPr>
        <p:txBody>
          <a:bodyPr wrap="none">
            <a:spAutoFit/>
          </a:bodyPr>
          <a:lstStyle/>
          <a:p>
            <a:r>
              <a:rPr lang="es-MX" sz="2800" dirty="0">
                <a:solidFill>
                  <a:schemeClr val="bg1"/>
                </a:solidFill>
                <a:latin typeface="Lato"/>
              </a:rPr>
              <a:t>¿Cómo se hace una hoja de verificación?</a:t>
            </a:r>
            <a:endParaRPr lang="es-MX" sz="2800" dirty="0">
              <a:solidFill>
                <a:schemeClr val="bg1"/>
              </a:solidFill>
              <a:latin typeface="Lato"/>
            </a:endParaRPr>
          </a:p>
        </p:txBody>
      </p:sp>
    </p:spTree>
    <p:extLst>
      <p:ext uri="{BB962C8B-B14F-4D97-AF65-F5344CB8AC3E}">
        <p14:creationId xmlns:p14="http://schemas.microsoft.com/office/powerpoint/2010/main" val="316065244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a 2"/>
          <p:cNvGraphicFramePr>
            <a:graphicFrameLocks noGrp="1"/>
          </p:cNvGraphicFramePr>
          <p:nvPr>
            <p:extLst>
              <p:ext uri="{D42A27DB-BD31-4B8C-83A1-F6EECF244321}">
                <p14:modId xmlns:p14="http://schemas.microsoft.com/office/powerpoint/2010/main" val="857917133"/>
              </p:ext>
            </p:extLst>
          </p:nvPr>
        </p:nvGraphicFramePr>
        <p:xfrm>
          <a:off x="2526150" y="1172605"/>
          <a:ext cx="6375448" cy="4264871"/>
        </p:xfrm>
        <a:graphic>
          <a:graphicData uri="http://schemas.openxmlformats.org/drawingml/2006/table">
            <a:tbl>
              <a:tblPr firstRow="1" firstCol="1" bandRow="1">
                <a:effectLst>
                  <a:innerShdw blurRad="114300">
                    <a:prstClr val="black"/>
                  </a:innerShdw>
                </a:effectLst>
                <a:tableStyleId>{5C22544A-7EE6-4342-B048-85BDC9FD1C3A}</a:tableStyleId>
              </a:tblPr>
              <a:tblGrid>
                <a:gridCol w="422909">
                  <a:extLst>
                    <a:ext uri="{9D8B030D-6E8A-4147-A177-3AD203B41FA5}">
                      <a16:colId xmlns:a16="http://schemas.microsoft.com/office/drawing/2014/main" val="20000"/>
                    </a:ext>
                  </a:extLst>
                </a:gridCol>
                <a:gridCol w="2632871">
                  <a:extLst>
                    <a:ext uri="{9D8B030D-6E8A-4147-A177-3AD203B41FA5}">
                      <a16:colId xmlns:a16="http://schemas.microsoft.com/office/drawing/2014/main" val="20001"/>
                    </a:ext>
                  </a:extLst>
                </a:gridCol>
                <a:gridCol w="499412">
                  <a:extLst>
                    <a:ext uri="{9D8B030D-6E8A-4147-A177-3AD203B41FA5}">
                      <a16:colId xmlns:a16="http://schemas.microsoft.com/office/drawing/2014/main" val="20002"/>
                    </a:ext>
                  </a:extLst>
                </a:gridCol>
                <a:gridCol w="489956">
                  <a:extLst>
                    <a:ext uri="{9D8B030D-6E8A-4147-A177-3AD203B41FA5}">
                      <a16:colId xmlns:a16="http://schemas.microsoft.com/office/drawing/2014/main" val="20003"/>
                    </a:ext>
                  </a:extLst>
                </a:gridCol>
                <a:gridCol w="489956">
                  <a:extLst>
                    <a:ext uri="{9D8B030D-6E8A-4147-A177-3AD203B41FA5}">
                      <a16:colId xmlns:a16="http://schemas.microsoft.com/office/drawing/2014/main" val="20004"/>
                    </a:ext>
                  </a:extLst>
                </a:gridCol>
                <a:gridCol w="609437">
                  <a:extLst>
                    <a:ext uri="{9D8B030D-6E8A-4147-A177-3AD203B41FA5}">
                      <a16:colId xmlns:a16="http://schemas.microsoft.com/office/drawing/2014/main" val="20005"/>
                    </a:ext>
                  </a:extLst>
                </a:gridCol>
                <a:gridCol w="609437">
                  <a:extLst>
                    <a:ext uri="{9D8B030D-6E8A-4147-A177-3AD203B41FA5}">
                      <a16:colId xmlns:a16="http://schemas.microsoft.com/office/drawing/2014/main" val="20006"/>
                    </a:ext>
                  </a:extLst>
                </a:gridCol>
                <a:gridCol w="621470">
                  <a:extLst>
                    <a:ext uri="{9D8B030D-6E8A-4147-A177-3AD203B41FA5}">
                      <a16:colId xmlns:a16="http://schemas.microsoft.com/office/drawing/2014/main" val="20007"/>
                    </a:ext>
                  </a:extLst>
                </a:gridCol>
              </a:tblGrid>
              <a:tr h="229540">
                <a:tc gridSpan="8">
                  <a:txBody>
                    <a:bodyPr/>
                    <a:lstStyle/>
                    <a:p>
                      <a:pPr algn="ctr">
                        <a:spcAft>
                          <a:spcPts val="0"/>
                        </a:spcAft>
                      </a:pPr>
                      <a:r>
                        <a:rPr lang="es-MX" sz="1200" dirty="0">
                          <a:effectLst/>
                          <a:latin typeface="Century Gothic" panose="020B0502020202020204" pitchFamily="34" charset="0"/>
                        </a:rPr>
                        <a:t>Hoja de Verificación</a:t>
                      </a:r>
                      <a:endParaRPr lang="es-MX" sz="1200" dirty="0">
                        <a:solidFill>
                          <a:srgbClr val="000000"/>
                        </a:solidFill>
                        <a:effectLst/>
                        <a:latin typeface="Century Gothic" panose="020B0502020202020204" pitchFamily="34" charset="0"/>
                        <a:ea typeface="Arial Unicode MS" panose="020B0604020202020204" pitchFamily="34" charset="-128"/>
                      </a:endParaRPr>
                    </a:p>
                  </a:txBody>
                  <a:tcPr marL="44450" marR="44450" marT="0" marB="0" anchor="b"/>
                </a:tc>
                <a:tc hMerge="1">
                  <a:txBody>
                    <a:bodyPr/>
                    <a:lstStyle/>
                    <a:p>
                      <a:endParaRPr lang="es-MX"/>
                    </a:p>
                  </a:txBody>
                  <a:tcPr/>
                </a:tc>
                <a:tc hMerge="1">
                  <a:txBody>
                    <a:bodyPr/>
                    <a:lstStyle/>
                    <a:p>
                      <a:endParaRPr lang="es-MX"/>
                    </a:p>
                  </a:txBody>
                  <a:tcPr/>
                </a:tc>
                <a:tc hMerge="1">
                  <a:txBody>
                    <a:bodyPr/>
                    <a:lstStyle/>
                    <a:p>
                      <a:endParaRPr lang="es-MX"/>
                    </a:p>
                  </a:txBody>
                  <a:tcPr/>
                </a:tc>
                <a:tc hMerge="1">
                  <a:txBody>
                    <a:bodyPr/>
                    <a:lstStyle/>
                    <a:p>
                      <a:endParaRPr lang="es-MX"/>
                    </a:p>
                  </a:txBody>
                  <a:tcPr/>
                </a:tc>
                <a:tc hMerge="1">
                  <a:txBody>
                    <a:bodyPr/>
                    <a:lstStyle/>
                    <a:p>
                      <a:endParaRPr lang="es-MX"/>
                    </a:p>
                  </a:txBody>
                  <a:tcPr/>
                </a:tc>
                <a:tc hMerge="1">
                  <a:txBody>
                    <a:bodyPr/>
                    <a:lstStyle/>
                    <a:p>
                      <a:endParaRPr lang="es-MX"/>
                    </a:p>
                  </a:txBody>
                  <a:tcPr/>
                </a:tc>
                <a:tc hMerge="1">
                  <a:txBody>
                    <a:bodyPr/>
                    <a:lstStyle/>
                    <a:p>
                      <a:endParaRPr lang="es-MX"/>
                    </a:p>
                  </a:txBody>
                  <a:tcPr/>
                </a:tc>
                <a:extLst>
                  <a:ext uri="{0D108BD9-81ED-4DB2-BD59-A6C34878D82A}">
                    <a16:rowId xmlns:a16="http://schemas.microsoft.com/office/drawing/2014/main" val="10000"/>
                  </a:ext>
                </a:extLst>
              </a:tr>
              <a:tr h="440719">
                <a:tc gridSpan="8">
                  <a:txBody>
                    <a:bodyPr/>
                    <a:lstStyle/>
                    <a:p>
                      <a:pPr algn="l">
                        <a:spcAft>
                          <a:spcPts val="0"/>
                        </a:spcAft>
                      </a:pPr>
                      <a:r>
                        <a:rPr lang="es-MX" sz="1200" dirty="0">
                          <a:effectLst/>
                          <a:latin typeface="Century Gothic" panose="020B0502020202020204" pitchFamily="34" charset="0"/>
                        </a:rPr>
                        <a:t>Servicio: Correspondencia.                                 </a:t>
                      </a:r>
                      <a:r>
                        <a:rPr lang="es-MX" sz="1200" dirty="0" smtClean="0">
                          <a:effectLst/>
                          <a:latin typeface="Century Gothic" panose="020B0502020202020204" pitchFamily="34" charset="0"/>
                        </a:rPr>
                        <a:t>Fecha:19-Mayo-2019</a:t>
                      </a:r>
                      <a:r>
                        <a:rPr lang="es-MX" sz="1200" dirty="0">
                          <a:effectLst/>
                          <a:latin typeface="Century Gothic" panose="020B0502020202020204" pitchFamily="34" charset="0"/>
                        </a:rPr>
                        <a:t/>
                      </a:r>
                      <a:br>
                        <a:rPr lang="es-MX" sz="1200" dirty="0">
                          <a:effectLst/>
                          <a:latin typeface="Century Gothic" panose="020B0502020202020204" pitchFamily="34" charset="0"/>
                        </a:rPr>
                      </a:br>
                      <a:r>
                        <a:rPr lang="es-MX" sz="1200" dirty="0">
                          <a:effectLst/>
                          <a:latin typeface="Century Gothic" panose="020B0502020202020204" pitchFamily="34" charset="0"/>
                        </a:rPr>
                        <a:t>Verificó: Silvia Sotero</a:t>
                      </a:r>
                      <a:endParaRPr lang="es-MX" sz="1200" dirty="0">
                        <a:solidFill>
                          <a:srgbClr val="000000"/>
                        </a:solidFill>
                        <a:effectLst/>
                        <a:latin typeface="Century Gothic" panose="020B0502020202020204" pitchFamily="34" charset="0"/>
                        <a:ea typeface="Arial Unicode MS" panose="020B0604020202020204" pitchFamily="34" charset="-128"/>
                      </a:endParaRPr>
                    </a:p>
                  </a:txBody>
                  <a:tcPr marL="44450" marR="44450" marT="0" marB="0"/>
                </a:tc>
                <a:tc hMerge="1">
                  <a:txBody>
                    <a:bodyPr/>
                    <a:lstStyle/>
                    <a:p>
                      <a:endParaRPr lang="es-MX"/>
                    </a:p>
                  </a:txBody>
                  <a:tcPr/>
                </a:tc>
                <a:tc hMerge="1">
                  <a:txBody>
                    <a:bodyPr/>
                    <a:lstStyle/>
                    <a:p>
                      <a:endParaRPr lang="es-MX"/>
                    </a:p>
                  </a:txBody>
                  <a:tcPr/>
                </a:tc>
                <a:tc hMerge="1">
                  <a:txBody>
                    <a:bodyPr/>
                    <a:lstStyle/>
                    <a:p>
                      <a:endParaRPr lang="es-MX"/>
                    </a:p>
                  </a:txBody>
                  <a:tcPr/>
                </a:tc>
                <a:tc hMerge="1">
                  <a:txBody>
                    <a:bodyPr/>
                    <a:lstStyle/>
                    <a:p>
                      <a:endParaRPr lang="es-MX"/>
                    </a:p>
                  </a:txBody>
                  <a:tcPr/>
                </a:tc>
                <a:tc hMerge="1">
                  <a:txBody>
                    <a:bodyPr/>
                    <a:lstStyle/>
                    <a:p>
                      <a:endParaRPr lang="es-MX"/>
                    </a:p>
                  </a:txBody>
                  <a:tcPr/>
                </a:tc>
                <a:tc hMerge="1">
                  <a:txBody>
                    <a:bodyPr/>
                    <a:lstStyle/>
                    <a:p>
                      <a:endParaRPr lang="es-MX"/>
                    </a:p>
                  </a:txBody>
                  <a:tcPr/>
                </a:tc>
                <a:tc hMerge="1">
                  <a:txBody>
                    <a:bodyPr/>
                    <a:lstStyle/>
                    <a:p>
                      <a:endParaRPr lang="es-MX"/>
                    </a:p>
                  </a:txBody>
                  <a:tcPr/>
                </a:tc>
                <a:extLst>
                  <a:ext uri="{0D108BD9-81ED-4DB2-BD59-A6C34878D82A}">
                    <a16:rowId xmlns:a16="http://schemas.microsoft.com/office/drawing/2014/main" val="10001"/>
                  </a:ext>
                </a:extLst>
              </a:tr>
              <a:tr h="440719">
                <a:tc>
                  <a:txBody>
                    <a:bodyPr/>
                    <a:lstStyle/>
                    <a:p>
                      <a:pPr algn="ctr">
                        <a:spcAft>
                          <a:spcPts val="0"/>
                        </a:spcAft>
                      </a:pPr>
                      <a:r>
                        <a:rPr lang="es-MX" sz="1200" dirty="0">
                          <a:effectLst/>
                          <a:latin typeface="Century Gothic" panose="020B0502020202020204" pitchFamily="34" charset="0"/>
                        </a:rPr>
                        <a:t>No.</a:t>
                      </a:r>
                      <a:endParaRPr lang="es-MX" sz="1200" dirty="0">
                        <a:solidFill>
                          <a:srgbClr val="000000"/>
                        </a:solidFill>
                        <a:effectLst/>
                        <a:latin typeface="Century Gothic" panose="020B0502020202020204" pitchFamily="34" charset="0"/>
                        <a:ea typeface="Arial Unicode MS" panose="020B0604020202020204" pitchFamily="34" charset="-128"/>
                      </a:endParaRPr>
                    </a:p>
                  </a:txBody>
                  <a:tcPr marL="44450" marR="44450" marT="0" marB="0"/>
                </a:tc>
                <a:tc>
                  <a:txBody>
                    <a:bodyPr/>
                    <a:lstStyle/>
                    <a:p>
                      <a:pPr algn="ctr">
                        <a:spcAft>
                          <a:spcPts val="0"/>
                        </a:spcAft>
                      </a:pPr>
                      <a:r>
                        <a:rPr lang="es-MX" sz="1200" dirty="0">
                          <a:effectLst/>
                          <a:latin typeface="Century Gothic" panose="020B0502020202020204" pitchFamily="34" charset="0"/>
                        </a:rPr>
                        <a:t>Características</a:t>
                      </a:r>
                      <a:endParaRPr lang="es-MX" sz="1200" dirty="0">
                        <a:solidFill>
                          <a:srgbClr val="000000"/>
                        </a:solidFill>
                        <a:effectLst/>
                        <a:latin typeface="Century Gothic" panose="020B0502020202020204" pitchFamily="34" charset="0"/>
                        <a:ea typeface="Arial Unicode MS" panose="020B0604020202020204" pitchFamily="34" charset="-128"/>
                      </a:endParaRPr>
                    </a:p>
                  </a:txBody>
                  <a:tcPr marL="44450" marR="44450" marT="0" marB="0"/>
                </a:tc>
                <a:tc>
                  <a:txBody>
                    <a:bodyPr/>
                    <a:lstStyle/>
                    <a:p>
                      <a:pPr algn="ctr">
                        <a:spcAft>
                          <a:spcPts val="0"/>
                        </a:spcAft>
                      </a:pPr>
                      <a:r>
                        <a:rPr lang="es-MX" sz="1200" dirty="0">
                          <a:effectLst/>
                          <a:latin typeface="Century Gothic" panose="020B0502020202020204" pitchFamily="34" charset="0"/>
                        </a:rPr>
                        <a:t>Si</a:t>
                      </a:r>
                      <a:endParaRPr lang="es-MX" sz="1200" dirty="0">
                        <a:solidFill>
                          <a:srgbClr val="000000"/>
                        </a:solidFill>
                        <a:effectLst/>
                        <a:latin typeface="Century Gothic" panose="020B0502020202020204" pitchFamily="34" charset="0"/>
                        <a:ea typeface="Arial Unicode MS" panose="020B0604020202020204" pitchFamily="34" charset="-128"/>
                      </a:endParaRPr>
                    </a:p>
                  </a:txBody>
                  <a:tcPr marL="44450" marR="44450" marT="0" marB="0"/>
                </a:tc>
                <a:tc>
                  <a:txBody>
                    <a:bodyPr/>
                    <a:lstStyle/>
                    <a:p>
                      <a:pPr algn="ctr">
                        <a:spcAft>
                          <a:spcPts val="0"/>
                        </a:spcAft>
                      </a:pPr>
                      <a:r>
                        <a:rPr lang="es-MX" sz="1200" dirty="0">
                          <a:effectLst/>
                          <a:latin typeface="Century Gothic" panose="020B0502020202020204" pitchFamily="34" charset="0"/>
                        </a:rPr>
                        <a:t>No</a:t>
                      </a:r>
                      <a:endParaRPr lang="es-MX" sz="1200" dirty="0">
                        <a:solidFill>
                          <a:srgbClr val="000000"/>
                        </a:solidFill>
                        <a:effectLst/>
                        <a:latin typeface="Century Gothic" panose="020B0502020202020204" pitchFamily="34" charset="0"/>
                        <a:ea typeface="Arial Unicode MS" panose="020B0604020202020204" pitchFamily="34" charset="-128"/>
                      </a:endParaRPr>
                    </a:p>
                  </a:txBody>
                  <a:tcPr marL="44450" marR="44450" marT="0" marB="0"/>
                </a:tc>
                <a:tc>
                  <a:txBody>
                    <a:bodyPr/>
                    <a:lstStyle/>
                    <a:p>
                      <a:pPr algn="ctr">
                        <a:spcAft>
                          <a:spcPts val="0"/>
                        </a:spcAft>
                      </a:pPr>
                      <a:r>
                        <a:rPr lang="es-MX" sz="1200" dirty="0">
                          <a:effectLst/>
                          <a:latin typeface="Century Gothic" panose="020B0502020202020204" pitchFamily="34" charset="0"/>
                        </a:rPr>
                        <a:t>OK</a:t>
                      </a:r>
                      <a:endParaRPr lang="es-MX" sz="1200" dirty="0">
                        <a:solidFill>
                          <a:srgbClr val="000000"/>
                        </a:solidFill>
                        <a:effectLst/>
                        <a:latin typeface="Century Gothic" panose="020B0502020202020204" pitchFamily="34" charset="0"/>
                        <a:ea typeface="Arial Unicode MS" panose="020B0604020202020204" pitchFamily="34" charset="-128"/>
                      </a:endParaRPr>
                    </a:p>
                  </a:txBody>
                  <a:tcPr marL="44450" marR="44450" marT="0" marB="0"/>
                </a:tc>
                <a:tc>
                  <a:txBody>
                    <a:bodyPr/>
                    <a:lstStyle/>
                    <a:p>
                      <a:pPr algn="ctr">
                        <a:spcAft>
                          <a:spcPts val="0"/>
                        </a:spcAft>
                      </a:pPr>
                      <a:r>
                        <a:rPr lang="es-MX" sz="1200" dirty="0">
                          <a:effectLst/>
                          <a:latin typeface="Century Gothic" panose="020B0502020202020204" pitchFamily="34" charset="0"/>
                        </a:rPr>
                        <a:t>T</a:t>
                      </a:r>
                      <a:endParaRPr lang="es-MX" sz="1200" dirty="0">
                        <a:solidFill>
                          <a:srgbClr val="000000"/>
                        </a:solidFill>
                        <a:effectLst/>
                        <a:latin typeface="Century Gothic" panose="020B0502020202020204" pitchFamily="34" charset="0"/>
                        <a:ea typeface="Arial Unicode MS" panose="020B0604020202020204" pitchFamily="34" charset="-128"/>
                      </a:endParaRPr>
                    </a:p>
                  </a:txBody>
                  <a:tcPr marL="44450" marR="44450" marT="0" marB="0"/>
                </a:tc>
                <a:tc>
                  <a:txBody>
                    <a:bodyPr/>
                    <a:lstStyle/>
                    <a:p>
                      <a:pPr algn="ctr">
                        <a:spcAft>
                          <a:spcPts val="0"/>
                        </a:spcAft>
                      </a:pPr>
                      <a:r>
                        <a:rPr lang="es-MX" sz="1200" dirty="0">
                          <a:effectLst/>
                          <a:latin typeface="Century Gothic" panose="020B0502020202020204" pitchFamily="34" charset="0"/>
                        </a:rPr>
                        <a:t>AT</a:t>
                      </a:r>
                      <a:endParaRPr lang="es-MX" sz="1200" dirty="0">
                        <a:solidFill>
                          <a:srgbClr val="000000"/>
                        </a:solidFill>
                        <a:effectLst/>
                        <a:latin typeface="Century Gothic" panose="020B0502020202020204" pitchFamily="34" charset="0"/>
                        <a:ea typeface="Arial Unicode MS" panose="020B0604020202020204" pitchFamily="34" charset="-128"/>
                      </a:endParaRPr>
                    </a:p>
                  </a:txBody>
                  <a:tcPr marL="44450" marR="44450" marT="0" marB="0"/>
                </a:tc>
                <a:tc>
                  <a:txBody>
                    <a:bodyPr/>
                    <a:lstStyle/>
                    <a:p>
                      <a:pPr algn="ctr">
                        <a:spcAft>
                          <a:spcPts val="0"/>
                        </a:spcAft>
                      </a:pPr>
                      <a:r>
                        <a:rPr lang="es-MX" sz="1200" dirty="0">
                          <a:effectLst/>
                          <a:latin typeface="Century Gothic" panose="020B0502020202020204" pitchFamily="34" charset="0"/>
                        </a:rPr>
                        <a:t>ER</a:t>
                      </a:r>
                      <a:endParaRPr lang="es-MX" sz="1200" dirty="0">
                        <a:solidFill>
                          <a:srgbClr val="000000"/>
                        </a:solidFill>
                        <a:effectLst/>
                        <a:latin typeface="Century Gothic" panose="020B0502020202020204" pitchFamily="34" charset="0"/>
                        <a:ea typeface="Arial Unicode MS" panose="020B0604020202020204" pitchFamily="34" charset="-128"/>
                      </a:endParaRPr>
                    </a:p>
                  </a:txBody>
                  <a:tcPr marL="44450" marR="44450" marT="0" marB="0"/>
                </a:tc>
                <a:extLst>
                  <a:ext uri="{0D108BD9-81ED-4DB2-BD59-A6C34878D82A}">
                    <a16:rowId xmlns:a16="http://schemas.microsoft.com/office/drawing/2014/main" val="10002"/>
                  </a:ext>
                </a:extLst>
              </a:tr>
              <a:tr h="252495">
                <a:tc>
                  <a:txBody>
                    <a:bodyPr/>
                    <a:lstStyle/>
                    <a:p>
                      <a:pPr algn="l">
                        <a:spcAft>
                          <a:spcPts val="0"/>
                        </a:spcAft>
                      </a:pPr>
                      <a:r>
                        <a:rPr lang="es-MX" sz="1200" dirty="0">
                          <a:effectLst/>
                          <a:latin typeface="Century Gothic" panose="020B0502020202020204" pitchFamily="34" charset="0"/>
                        </a:rPr>
                        <a:t>1</a:t>
                      </a:r>
                      <a:endParaRPr lang="es-MX" sz="1200" dirty="0">
                        <a:solidFill>
                          <a:srgbClr val="000000"/>
                        </a:solidFill>
                        <a:effectLst/>
                        <a:latin typeface="Century Gothic" panose="020B0502020202020204" pitchFamily="34" charset="0"/>
                        <a:ea typeface="Arial Unicode MS" panose="020B0604020202020204" pitchFamily="34" charset="-128"/>
                      </a:endParaRPr>
                    </a:p>
                  </a:txBody>
                  <a:tcPr marL="44450" marR="44450" marT="0" marB="0" anchor="b"/>
                </a:tc>
                <a:tc>
                  <a:txBody>
                    <a:bodyPr/>
                    <a:lstStyle/>
                    <a:p>
                      <a:pPr algn="ctr">
                        <a:spcAft>
                          <a:spcPts val="0"/>
                        </a:spcAft>
                      </a:pPr>
                      <a:r>
                        <a:rPr lang="es-MX" sz="1200" dirty="0">
                          <a:effectLst/>
                          <a:latin typeface="Century Gothic" panose="020B0502020202020204" pitchFamily="34" charset="0"/>
                        </a:rPr>
                        <a:t>Característica</a:t>
                      </a:r>
                      <a:endParaRPr lang="es-MX" sz="1200" dirty="0">
                        <a:solidFill>
                          <a:srgbClr val="000000"/>
                        </a:solidFill>
                        <a:effectLst/>
                        <a:latin typeface="Century Gothic" panose="020B0502020202020204" pitchFamily="34" charset="0"/>
                        <a:ea typeface="Arial Unicode MS" panose="020B0604020202020204" pitchFamily="34" charset="-128"/>
                      </a:endParaRPr>
                    </a:p>
                  </a:txBody>
                  <a:tcPr marL="44450" marR="44450" marT="0" marB="0" anchor="ctr"/>
                </a:tc>
                <a:tc>
                  <a:txBody>
                    <a:bodyPr/>
                    <a:lstStyle/>
                    <a:p>
                      <a:pPr algn="l">
                        <a:spcAft>
                          <a:spcPts val="0"/>
                        </a:spcAft>
                      </a:pPr>
                      <a:r>
                        <a:rPr lang="es-MX" sz="1200" dirty="0">
                          <a:effectLst/>
                          <a:latin typeface="Century Gothic" panose="020B0502020202020204" pitchFamily="34" charset="0"/>
                        </a:rPr>
                        <a:t>X</a:t>
                      </a:r>
                      <a:endParaRPr lang="es-MX" sz="1200" dirty="0">
                        <a:solidFill>
                          <a:srgbClr val="000000"/>
                        </a:solidFill>
                        <a:effectLst/>
                        <a:latin typeface="Century Gothic" panose="020B0502020202020204" pitchFamily="34" charset="0"/>
                        <a:ea typeface="Arial Unicode MS" panose="020B0604020202020204" pitchFamily="34" charset="-128"/>
                      </a:endParaRPr>
                    </a:p>
                  </a:txBody>
                  <a:tcPr marL="44450" marR="44450" marT="0" marB="0" anchor="b"/>
                </a:tc>
                <a:tc>
                  <a:txBody>
                    <a:bodyPr/>
                    <a:lstStyle/>
                    <a:p>
                      <a:pPr algn="l">
                        <a:spcAft>
                          <a:spcPts val="0"/>
                        </a:spcAft>
                      </a:pPr>
                      <a:r>
                        <a:rPr lang="es-MX" sz="1200" dirty="0">
                          <a:effectLst/>
                          <a:latin typeface="Century Gothic" panose="020B0502020202020204" pitchFamily="34" charset="0"/>
                        </a:rPr>
                        <a:t> </a:t>
                      </a:r>
                      <a:endParaRPr lang="es-MX" sz="1200" dirty="0">
                        <a:solidFill>
                          <a:srgbClr val="000000"/>
                        </a:solidFill>
                        <a:effectLst/>
                        <a:latin typeface="Century Gothic" panose="020B0502020202020204" pitchFamily="34" charset="0"/>
                        <a:ea typeface="Arial Unicode MS" panose="020B0604020202020204" pitchFamily="34" charset="-128"/>
                      </a:endParaRPr>
                    </a:p>
                  </a:txBody>
                  <a:tcPr marL="44450" marR="44450" marT="0" marB="0" anchor="b"/>
                </a:tc>
                <a:tc>
                  <a:txBody>
                    <a:bodyPr/>
                    <a:lstStyle/>
                    <a:p>
                      <a:pPr algn="l">
                        <a:spcAft>
                          <a:spcPts val="0"/>
                        </a:spcAft>
                      </a:pPr>
                      <a:r>
                        <a:rPr lang="es-MX" sz="1200" dirty="0">
                          <a:effectLst/>
                          <a:latin typeface="Century Gothic" panose="020B0502020202020204" pitchFamily="34" charset="0"/>
                        </a:rPr>
                        <a:t> </a:t>
                      </a:r>
                      <a:endParaRPr lang="es-MX" sz="1200" dirty="0">
                        <a:solidFill>
                          <a:srgbClr val="000000"/>
                        </a:solidFill>
                        <a:effectLst/>
                        <a:latin typeface="Century Gothic" panose="020B0502020202020204" pitchFamily="34" charset="0"/>
                        <a:ea typeface="Arial Unicode MS" panose="020B0604020202020204" pitchFamily="34" charset="-128"/>
                      </a:endParaRPr>
                    </a:p>
                  </a:txBody>
                  <a:tcPr marL="44450" marR="44450" marT="0" marB="0" anchor="b"/>
                </a:tc>
                <a:tc>
                  <a:txBody>
                    <a:bodyPr/>
                    <a:lstStyle/>
                    <a:p>
                      <a:pPr algn="l">
                        <a:spcAft>
                          <a:spcPts val="0"/>
                        </a:spcAft>
                      </a:pPr>
                      <a:r>
                        <a:rPr lang="es-MX" sz="1200" dirty="0">
                          <a:effectLst/>
                          <a:latin typeface="Century Gothic" panose="020B0502020202020204" pitchFamily="34" charset="0"/>
                        </a:rPr>
                        <a:t>X</a:t>
                      </a:r>
                      <a:endParaRPr lang="es-MX" sz="1200" dirty="0">
                        <a:solidFill>
                          <a:srgbClr val="000000"/>
                        </a:solidFill>
                        <a:effectLst/>
                        <a:latin typeface="Century Gothic" panose="020B0502020202020204" pitchFamily="34" charset="0"/>
                        <a:ea typeface="Arial Unicode MS" panose="020B0604020202020204" pitchFamily="34" charset="-128"/>
                      </a:endParaRPr>
                    </a:p>
                  </a:txBody>
                  <a:tcPr marL="44450" marR="44450" marT="0" marB="0" anchor="b"/>
                </a:tc>
                <a:tc>
                  <a:txBody>
                    <a:bodyPr/>
                    <a:lstStyle/>
                    <a:p>
                      <a:pPr algn="l">
                        <a:spcAft>
                          <a:spcPts val="0"/>
                        </a:spcAft>
                      </a:pPr>
                      <a:r>
                        <a:rPr lang="es-MX" sz="1200" dirty="0">
                          <a:effectLst/>
                          <a:latin typeface="Century Gothic" panose="020B0502020202020204" pitchFamily="34" charset="0"/>
                        </a:rPr>
                        <a:t> </a:t>
                      </a:r>
                      <a:endParaRPr lang="es-MX" sz="1200" dirty="0">
                        <a:solidFill>
                          <a:srgbClr val="000000"/>
                        </a:solidFill>
                        <a:effectLst/>
                        <a:latin typeface="Century Gothic" panose="020B0502020202020204" pitchFamily="34" charset="0"/>
                        <a:ea typeface="Arial Unicode MS" panose="020B0604020202020204" pitchFamily="34" charset="-128"/>
                      </a:endParaRPr>
                    </a:p>
                  </a:txBody>
                  <a:tcPr marL="44450" marR="44450" marT="0" marB="0" anchor="b"/>
                </a:tc>
                <a:tc>
                  <a:txBody>
                    <a:bodyPr/>
                    <a:lstStyle/>
                    <a:p>
                      <a:pPr algn="l">
                        <a:spcAft>
                          <a:spcPts val="0"/>
                        </a:spcAft>
                      </a:pPr>
                      <a:r>
                        <a:rPr lang="es-MX" sz="1200" dirty="0">
                          <a:effectLst/>
                          <a:latin typeface="Century Gothic" panose="020B0502020202020204" pitchFamily="34" charset="0"/>
                        </a:rPr>
                        <a:t> </a:t>
                      </a:r>
                      <a:endParaRPr lang="es-MX" sz="1200" dirty="0">
                        <a:solidFill>
                          <a:srgbClr val="000000"/>
                        </a:solidFill>
                        <a:effectLst/>
                        <a:latin typeface="Century Gothic" panose="020B0502020202020204" pitchFamily="34" charset="0"/>
                        <a:ea typeface="Arial Unicode MS" panose="020B0604020202020204" pitchFamily="34" charset="-128"/>
                      </a:endParaRPr>
                    </a:p>
                  </a:txBody>
                  <a:tcPr marL="44450" marR="44450" marT="0" marB="0" anchor="b"/>
                </a:tc>
                <a:extLst>
                  <a:ext uri="{0D108BD9-81ED-4DB2-BD59-A6C34878D82A}">
                    <a16:rowId xmlns:a16="http://schemas.microsoft.com/office/drawing/2014/main" val="10003"/>
                  </a:ext>
                </a:extLst>
              </a:tr>
              <a:tr h="252495">
                <a:tc>
                  <a:txBody>
                    <a:bodyPr/>
                    <a:lstStyle/>
                    <a:p>
                      <a:pPr algn="l">
                        <a:spcAft>
                          <a:spcPts val="0"/>
                        </a:spcAft>
                      </a:pPr>
                      <a:r>
                        <a:rPr lang="es-MX" sz="1200" dirty="0">
                          <a:effectLst/>
                          <a:latin typeface="Century Gothic" panose="020B0502020202020204" pitchFamily="34" charset="0"/>
                        </a:rPr>
                        <a:t>2</a:t>
                      </a:r>
                      <a:endParaRPr lang="es-MX" sz="1200" dirty="0">
                        <a:solidFill>
                          <a:srgbClr val="000000"/>
                        </a:solidFill>
                        <a:effectLst/>
                        <a:latin typeface="Century Gothic" panose="020B0502020202020204" pitchFamily="34" charset="0"/>
                        <a:ea typeface="Arial Unicode MS" panose="020B0604020202020204" pitchFamily="34" charset="-128"/>
                      </a:endParaRPr>
                    </a:p>
                  </a:txBody>
                  <a:tcPr marL="44450" marR="44450" marT="0" marB="0" anchor="b"/>
                </a:tc>
                <a:tc>
                  <a:txBody>
                    <a:bodyPr/>
                    <a:lstStyle/>
                    <a:p>
                      <a:pPr algn="ctr">
                        <a:spcAft>
                          <a:spcPts val="0"/>
                        </a:spcAft>
                      </a:pPr>
                      <a:r>
                        <a:rPr lang="es-MX" sz="1200" dirty="0">
                          <a:effectLst/>
                          <a:latin typeface="Century Gothic" panose="020B0502020202020204" pitchFamily="34" charset="0"/>
                        </a:rPr>
                        <a:t>Recepción documento</a:t>
                      </a:r>
                      <a:endParaRPr lang="es-MX" sz="1200" dirty="0">
                        <a:solidFill>
                          <a:srgbClr val="000000"/>
                        </a:solidFill>
                        <a:effectLst/>
                        <a:latin typeface="Century Gothic" panose="020B0502020202020204" pitchFamily="34" charset="0"/>
                        <a:ea typeface="Arial Unicode MS" panose="020B0604020202020204" pitchFamily="34" charset="-128"/>
                      </a:endParaRPr>
                    </a:p>
                  </a:txBody>
                  <a:tcPr marL="44450" marR="44450" marT="0" marB="0" anchor="ctr"/>
                </a:tc>
                <a:tc>
                  <a:txBody>
                    <a:bodyPr/>
                    <a:lstStyle/>
                    <a:p>
                      <a:pPr algn="l">
                        <a:spcAft>
                          <a:spcPts val="0"/>
                        </a:spcAft>
                      </a:pPr>
                      <a:r>
                        <a:rPr lang="es-MX" sz="1200" dirty="0">
                          <a:effectLst/>
                          <a:latin typeface="Century Gothic" panose="020B0502020202020204" pitchFamily="34" charset="0"/>
                        </a:rPr>
                        <a:t>X</a:t>
                      </a:r>
                      <a:endParaRPr lang="es-MX" sz="1200" dirty="0">
                        <a:solidFill>
                          <a:srgbClr val="000000"/>
                        </a:solidFill>
                        <a:effectLst/>
                        <a:latin typeface="Century Gothic" panose="020B0502020202020204" pitchFamily="34" charset="0"/>
                        <a:ea typeface="Arial Unicode MS" panose="020B0604020202020204" pitchFamily="34" charset="-128"/>
                      </a:endParaRPr>
                    </a:p>
                  </a:txBody>
                  <a:tcPr marL="44450" marR="44450" marT="0" marB="0" anchor="b"/>
                </a:tc>
                <a:tc>
                  <a:txBody>
                    <a:bodyPr/>
                    <a:lstStyle/>
                    <a:p>
                      <a:pPr algn="l">
                        <a:spcAft>
                          <a:spcPts val="0"/>
                        </a:spcAft>
                      </a:pPr>
                      <a:r>
                        <a:rPr lang="es-MX" sz="1200" dirty="0">
                          <a:effectLst/>
                          <a:latin typeface="Century Gothic" panose="020B0502020202020204" pitchFamily="34" charset="0"/>
                        </a:rPr>
                        <a:t> </a:t>
                      </a:r>
                      <a:endParaRPr lang="es-MX" sz="1200" dirty="0">
                        <a:solidFill>
                          <a:srgbClr val="000000"/>
                        </a:solidFill>
                        <a:effectLst/>
                        <a:latin typeface="Century Gothic" panose="020B0502020202020204" pitchFamily="34" charset="0"/>
                        <a:ea typeface="Arial Unicode MS" panose="020B0604020202020204" pitchFamily="34" charset="-128"/>
                      </a:endParaRPr>
                    </a:p>
                  </a:txBody>
                  <a:tcPr marL="44450" marR="44450" marT="0" marB="0" anchor="b"/>
                </a:tc>
                <a:tc>
                  <a:txBody>
                    <a:bodyPr/>
                    <a:lstStyle/>
                    <a:p>
                      <a:pPr algn="l">
                        <a:spcAft>
                          <a:spcPts val="0"/>
                        </a:spcAft>
                      </a:pPr>
                      <a:r>
                        <a:rPr lang="es-MX" sz="1200" dirty="0">
                          <a:effectLst/>
                          <a:latin typeface="Century Gothic" panose="020B0502020202020204" pitchFamily="34" charset="0"/>
                        </a:rPr>
                        <a:t> </a:t>
                      </a:r>
                      <a:endParaRPr lang="es-MX" sz="1200" dirty="0">
                        <a:solidFill>
                          <a:srgbClr val="000000"/>
                        </a:solidFill>
                        <a:effectLst/>
                        <a:latin typeface="Century Gothic" panose="020B0502020202020204" pitchFamily="34" charset="0"/>
                        <a:ea typeface="Arial Unicode MS" panose="020B0604020202020204" pitchFamily="34" charset="-128"/>
                      </a:endParaRPr>
                    </a:p>
                  </a:txBody>
                  <a:tcPr marL="44450" marR="44450" marT="0" marB="0" anchor="b"/>
                </a:tc>
                <a:tc>
                  <a:txBody>
                    <a:bodyPr/>
                    <a:lstStyle/>
                    <a:p>
                      <a:pPr algn="l">
                        <a:spcAft>
                          <a:spcPts val="0"/>
                        </a:spcAft>
                      </a:pPr>
                      <a:r>
                        <a:rPr lang="es-MX" sz="1200" dirty="0">
                          <a:effectLst/>
                          <a:latin typeface="Century Gothic" panose="020B0502020202020204" pitchFamily="34" charset="0"/>
                        </a:rPr>
                        <a:t> </a:t>
                      </a:r>
                      <a:endParaRPr lang="es-MX" sz="1200" dirty="0">
                        <a:solidFill>
                          <a:srgbClr val="000000"/>
                        </a:solidFill>
                        <a:effectLst/>
                        <a:latin typeface="Century Gothic" panose="020B0502020202020204" pitchFamily="34" charset="0"/>
                        <a:ea typeface="Arial Unicode MS" panose="020B0604020202020204" pitchFamily="34" charset="-128"/>
                      </a:endParaRPr>
                    </a:p>
                  </a:txBody>
                  <a:tcPr marL="44450" marR="44450" marT="0" marB="0" anchor="b"/>
                </a:tc>
                <a:tc>
                  <a:txBody>
                    <a:bodyPr/>
                    <a:lstStyle/>
                    <a:p>
                      <a:pPr algn="l">
                        <a:spcAft>
                          <a:spcPts val="0"/>
                        </a:spcAft>
                      </a:pPr>
                      <a:r>
                        <a:rPr lang="es-MX" sz="1200" dirty="0">
                          <a:effectLst/>
                          <a:latin typeface="Century Gothic" panose="020B0502020202020204" pitchFamily="34" charset="0"/>
                        </a:rPr>
                        <a:t>X</a:t>
                      </a:r>
                      <a:endParaRPr lang="es-MX" sz="1200" dirty="0">
                        <a:solidFill>
                          <a:srgbClr val="000000"/>
                        </a:solidFill>
                        <a:effectLst/>
                        <a:latin typeface="Century Gothic" panose="020B0502020202020204" pitchFamily="34" charset="0"/>
                        <a:ea typeface="Arial Unicode MS" panose="020B0604020202020204" pitchFamily="34" charset="-128"/>
                      </a:endParaRPr>
                    </a:p>
                  </a:txBody>
                  <a:tcPr marL="44450" marR="44450" marT="0" marB="0" anchor="b"/>
                </a:tc>
                <a:tc>
                  <a:txBody>
                    <a:bodyPr/>
                    <a:lstStyle/>
                    <a:p>
                      <a:pPr algn="l">
                        <a:spcAft>
                          <a:spcPts val="0"/>
                        </a:spcAft>
                      </a:pPr>
                      <a:r>
                        <a:rPr lang="es-MX" sz="1200" dirty="0">
                          <a:effectLst/>
                          <a:latin typeface="Century Gothic" panose="020B0502020202020204" pitchFamily="34" charset="0"/>
                        </a:rPr>
                        <a:t> </a:t>
                      </a:r>
                      <a:endParaRPr lang="es-MX" sz="1200" dirty="0">
                        <a:solidFill>
                          <a:srgbClr val="000000"/>
                        </a:solidFill>
                        <a:effectLst/>
                        <a:latin typeface="Century Gothic" panose="020B0502020202020204" pitchFamily="34" charset="0"/>
                        <a:ea typeface="Arial Unicode MS" panose="020B0604020202020204" pitchFamily="34" charset="-128"/>
                      </a:endParaRPr>
                    </a:p>
                  </a:txBody>
                  <a:tcPr marL="44450" marR="44450" marT="0" marB="0" anchor="b"/>
                </a:tc>
                <a:extLst>
                  <a:ext uri="{0D108BD9-81ED-4DB2-BD59-A6C34878D82A}">
                    <a16:rowId xmlns:a16="http://schemas.microsoft.com/office/drawing/2014/main" val="10004"/>
                  </a:ext>
                </a:extLst>
              </a:tr>
              <a:tr h="252495">
                <a:tc>
                  <a:txBody>
                    <a:bodyPr/>
                    <a:lstStyle/>
                    <a:p>
                      <a:pPr algn="l">
                        <a:spcAft>
                          <a:spcPts val="0"/>
                        </a:spcAft>
                      </a:pPr>
                      <a:r>
                        <a:rPr lang="es-MX" sz="1200" dirty="0">
                          <a:effectLst/>
                          <a:latin typeface="Century Gothic" panose="020B0502020202020204" pitchFamily="34" charset="0"/>
                        </a:rPr>
                        <a:t>3</a:t>
                      </a:r>
                      <a:endParaRPr lang="es-MX" sz="1200" dirty="0">
                        <a:solidFill>
                          <a:srgbClr val="000000"/>
                        </a:solidFill>
                        <a:effectLst/>
                        <a:latin typeface="Century Gothic" panose="020B0502020202020204" pitchFamily="34" charset="0"/>
                        <a:ea typeface="Arial Unicode MS" panose="020B0604020202020204" pitchFamily="34" charset="-128"/>
                      </a:endParaRPr>
                    </a:p>
                  </a:txBody>
                  <a:tcPr marL="44450" marR="44450" marT="0" marB="0" anchor="b"/>
                </a:tc>
                <a:tc>
                  <a:txBody>
                    <a:bodyPr/>
                    <a:lstStyle/>
                    <a:p>
                      <a:pPr algn="ctr">
                        <a:spcAft>
                          <a:spcPts val="0"/>
                        </a:spcAft>
                      </a:pPr>
                      <a:r>
                        <a:rPr lang="es-MX" sz="1200" dirty="0">
                          <a:effectLst/>
                          <a:latin typeface="Century Gothic" panose="020B0502020202020204" pitchFamily="34" charset="0"/>
                        </a:rPr>
                        <a:t>Registro</a:t>
                      </a:r>
                      <a:endParaRPr lang="es-MX" sz="1200" dirty="0">
                        <a:solidFill>
                          <a:srgbClr val="000000"/>
                        </a:solidFill>
                        <a:effectLst/>
                        <a:latin typeface="Century Gothic" panose="020B0502020202020204" pitchFamily="34" charset="0"/>
                        <a:ea typeface="Arial Unicode MS" panose="020B0604020202020204" pitchFamily="34" charset="-128"/>
                      </a:endParaRPr>
                    </a:p>
                  </a:txBody>
                  <a:tcPr marL="44450" marR="44450" marT="0" marB="0" anchor="ctr"/>
                </a:tc>
                <a:tc>
                  <a:txBody>
                    <a:bodyPr/>
                    <a:lstStyle/>
                    <a:p>
                      <a:pPr algn="l">
                        <a:spcAft>
                          <a:spcPts val="0"/>
                        </a:spcAft>
                      </a:pPr>
                      <a:r>
                        <a:rPr lang="es-MX" sz="1200" dirty="0">
                          <a:effectLst/>
                          <a:latin typeface="Century Gothic" panose="020B0502020202020204" pitchFamily="34" charset="0"/>
                        </a:rPr>
                        <a:t>X</a:t>
                      </a:r>
                      <a:endParaRPr lang="es-MX" sz="1200" dirty="0">
                        <a:solidFill>
                          <a:srgbClr val="000000"/>
                        </a:solidFill>
                        <a:effectLst/>
                        <a:latin typeface="Century Gothic" panose="020B0502020202020204" pitchFamily="34" charset="0"/>
                        <a:ea typeface="Arial Unicode MS" panose="020B0604020202020204" pitchFamily="34" charset="-128"/>
                      </a:endParaRPr>
                    </a:p>
                  </a:txBody>
                  <a:tcPr marL="44450" marR="44450" marT="0" marB="0" anchor="b"/>
                </a:tc>
                <a:tc>
                  <a:txBody>
                    <a:bodyPr/>
                    <a:lstStyle/>
                    <a:p>
                      <a:pPr algn="l">
                        <a:spcAft>
                          <a:spcPts val="0"/>
                        </a:spcAft>
                      </a:pPr>
                      <a:r>
                        <a:rPr lang="es-MX" sz="1200" dirty="0">
                          <a:effectLst/>
                          <a:latin typeface="Century Gothic" panose="020B0502020202020204" pitchFamily="34" charset="0"/>
                        </a:rPr>
                        <a:t> </a:t>
                      </a:r>
                      <a:endParaRPr lang="es-MX" sz="1200" dirty="0">
                        <a:solidFill>
                          <a:srgbClr val="000000"/>
                        </a:solidFill>
                        <a:effectLst/>
                        <a:latin typeface="Century Gothic" panose="020B0502020202020204" pitchFamily="34" charset="0"/>
                        <a:ea typeface="Arial Unicode MS" panose="020B0604020202020204" pitchFamily="34" charset="-128"/>
                      </a:endParaRPr>
                    </a:p>
                  </a:txBody>
                  <a:tcPr marL="44450" marR="44450" marT="0" marB="0" anchor="b"/>
                </a:tc>
                <a:tc>
                  <a:txBody>
                    <a:bodyPr/>
                    <a:lstStyle/>
                    <a:p>
                      <a:pPr algn="l">
                        <a:spcAft>
                          <a:spcPts val="0"/>
                        </a:spcAft>
                      </a:pPr>
                      <a:r>
                        <a:rPr lang="es-MX" sz="1200" dirty="0">
                          <a:effectLst/>
                          <a:latin typeface="Century Gothic" panose="020B0502020202020204" pitchFamily="34" charset="0"/>
                        </a:rPr>
                        <a:t> </a:t>
                      </a:r>
                      <a:endParaRPr lang="es-MX" sz="1200" dirty="0">
                        <a:solidFill>
                          <a:srgbClr val="000000"/>
                        </a:solidFill>
                        <a:effectLst/>
                        <a:latin typeface="Century Gothic" panose="020B0502020202020204" pitchFamily="34" charset="0"/>
                        <a:ea typeface="Arial Unicode MS" panose="020B0604020202020204" pitchFamily="34" charset="-128"/>
                      </a:endParaRPr>
                    </a:p>
                  </a:txBody>
                  <a:tcPr marL="44450" marR="44450" marT="0" marB="0" anchor="b"/>
                </a:tc>
                <a:tc>
                  <a:txBody>
                    <a:bodyPr/>
                    <a:lstStyle/>
                    <a:p>
                      <a:pPr algn="l">
                        <a:spcAft>
                          <a:spcPts val="0"/>
                        </a:spcAft>
                      </a:pPr>
                      <a:r>
                        <a:rPr lang="es-MX" sz="1200" dirty="0">
                          <a:effectLst/>
                          <a:latin typeface="Century Gothic" panose="020B0502020202020204" pitchFamily="34" charset="0"/>
                        </a:rPr>
                        <a:t> </a:t>
                      </a:r>
                      <a:endParaRPr lang="es-MX" sz="1200" dirty="0">
                        <a:solidFill>
                          <a:srgbClr val="000000"/>
                        </a:solidFill>
                        <a:effectLst/>
                        <a:latin typeface="Century Gothic" panose="020B0502020202020204" pitchFamily="34" charset="0"/>
                        <a:ea typeface="Arial Unicode MS" panose="020B0604020202020204" pitchFamily="34" charset="-128"/>
                      </a:endParaRPr>
                    </a:p>
                  </a:txBody>
                  <a:tcPr marL="44450" marR="44450" marT="0" marB="0" anchor="b"/>
                </a:tc>
                <a:tc>
                  <a:txBody>
                    <a:bodyPr/>
                    <a:lstStyle/>
                    <a:p>
                      <a:pPr algn="l">
                        <a:spcAft>
                          <a:spcPts val="0"/>
                        </a:spcAft>
                      </a:pPr>
                      <a:r>
                        <a:rPr lang="es-MX" sz="1200" dirty="0">
                          <a:effectLst/>
                          <a:latin typeface="Century Gothic" panose="020B0502020202020204" pitchFamily="34" charset="0"/>
                        </a:rPr>
                        <a:t>X</a:t>
                      </a:r>
                      <a:endParaRPr lang="es-MX" sz="1200" dirty="0">
                        <a:solidFill>
                          <a:srgbClr val="000000"/>
                        </a:solidFill>
                        <a:effectLst/>
                        <a:latin typeface="Century Gothic" panose="020B0502020202020204" pitchFamily="34" charset="0"/>
                        <a:ea typeface="Arial Unicode MS" panose="020B0604020202020204" pitchFamily="34" charset="-128"/>
                      </a:endParaRPr>
                    </a:p>
                  </a:txBody>
                  <a:tcPr marL="44450" marR="44450" marT="0" marB="0" anchor="b"/>
                </a:tc>
                <a:tc>
                  <a:txBody>
                    <a:bodyPr/>
                    <a:lstStyle/>
                    <a:p>
                      <a:pPr algn="l">
                        <a:spcAft>
                          <a:spcPts val="0"/>
                        </a:spcAft>
                      </a:pPr>
                      <a:r>
                        <a:rPr lang="es-MX" sz="1200" dirty="0">
                          <a:effectLst/>
                          <a:latin typeface="Century Gothic" panose="020B0502020202020204" pitchFamily="34" charset="0"/>
                        </a:rPr>
                        <a:t> </a:t>
                      </a:r>
                      <a:endParaRPr lang="es-MX" sz="1200" dirty="0">
                        <a:solidFill>
                          <a:srgbClr val="000000"/>
                        </a:solidFill>
                        <a:effectLst/>
                        <a:latin typeface="Century Gothic" panose="020B0502020202020204" pitchFamily="34" charset="0"/>
                        <a:ea typeface="Arial Unicode MS" panose="020B0604020202020204" pitchFamily="34" charset="-128"/>
                      </a:endParaRPr>
                    </a:p>
                  </a:txBody>
                  <a:tcPr marL="44450" marR="44450" marT="0" marB="0" anchor="b"/>
                </a:tc>
                <a:extLst>
                  <a:ext uri="{0D108BD9-81ED-4DB2-BD59-A6C34878D82A}">
                    <a16:rowId xmlns:a16="http://schemas.microsoft.com/office/drawing/2014/main" val="10005"/>
                  </a:ext>
                </a:extLst>
              </a:tr>
              <a:tr h="252495">
                <a:tc>
                  <a:txBody>
                    <a:bodyPr/>
                    <a:lstStyle/>
                    <a:p>
                      <a:pPr algn="l">
                        <a:spcAft>
                          <a:spcPts val="0"/>
                        </a:spcAft>
                      </a:pPr>
                      <a:r>
                        <a:rPr lang="es-MX" sz="1200" dirty="0">
                          <a:effectLst/>
                          <a:latin typeface="Century Gothic" panose="020B0502020202020204" pitchFamily="34" charset="0"/>
                        </a:rPr>
                        <a:t>4</a:t>
                      </a:r>
                      <a:endParaRPr lang="es-MX" sz="1200" dirty="0">
                        <a:solidFill>
                          <a:srgbClr val="000000"/>
                        </a:solidFill>
                        <a:effectLst/>
                        <a:latin typeface="Century Gothic" panose="020B0502020202020204" pitchFamily="34" charset="0"/>
                        <a:ea typeface="Arial Unicode MS" panose="020B0604020202020204" pitchFamily="34" charset="-128"/>
                      </a:endParaRPr>
                    </a:p>
                  </a:txBody>
                  <a:tcPr marL="44450" marR="44450" marT="0" marB="0" anchor="b"/>
                </a:tc>
                <a:tc>
                  <a:txBody>
                    <a:bodyPr/>
                    <a:lstStyle/>
                    <a:p>
                      <a:pPr algn="ctr">
                        <a:spcAft>
                          <a:spcPts val="0"/>
                        </a:spcAft>
                      </a:pPr>
                      <a:r>
                        <a:rPr lang="es-MX" sz="1200" dirty="0">
                          <a:effectLst/>
                          <a:latin typeface="Century Gothic" panose="020B0502020202020204" pitchFamily="34" charset="0"/>
                        </a:rPr>
                        <a:t>Turnado</a:t>
                      </a:r>
                      <a:endParaRPr lang="es-MX" sz="1200" dirty="0">
                        <a:solidFill>
                          <a:srgbClr val="000000"/>
                        </a:solidFill>
                        <a:effectLst/>
                        <a:latin typeface="Century Gothic" panose="020B0502020202020204" pitchFamily="34" charset="0"/>
                        <a:ea typeface="Arial Unicode MS" panose="020B0604020202020204" pitchFamily="34" charset="-128"/>
                      </a:endParaRPr>
                    </a:p>
                  </a:txBody>
                  <a:tcPr marL="44450" marR="44450" marT="0" marB="0" anchor="ctr"/>
                </a:tc>
                <a:tc>
                  <a:txBody>
                    <a:bodyPr/>
                    <a:lstStyle/>
                    <a:p>
                      <a:pPr algn="l">
                        <a:spcAft>
                          <a:spcPts val="0"/>
                        </a:spcAft>
                      </a:pPr>
                      <a:r>
                        <a:rPr lang="es-MX" sz="1200" dirty="0">
                          <a:effectLst/>
                          <a:latin typeface="Century Gothic" panose="020B0502020202020204" pitchFamily="34" charset="0"/>
                        </a:rPr>
                        <a:t>X</a:t>
                      </a:r>
                      <a:endParaRPr lang="es-MX" sz="1200" dirty="0">
                        <a:solidFill>
                          <a:srgbClr val="000000"/>
                        </a:solidFill>
                        <a:effectLst/>
                        <a:latin typeface="Century Gothic" panose="020B0502020202020204" pitchFamily="34" charset="0"/>
                        <a:ea typeface="Arial Unicode MS" panose="020B0604020202020204" pitchFamily="34" charset="-128"/>
                      </a:endParaRPr>
                    </a:p>
                  </a:txBody>
                  <a:tcPr marL="44450" marR="44450" marT="0" marB="0" anchor="b"/>
                </a:tc>
                <a:tc>
                  <a:txBody>
                    <a:bodyPr/>
                    <a:lstStyle/>
                    <a:p>
                      <a:pPr algn="l">
                        <a:spcAft>
                          <a:spcPts val="0"/>
                        </a:spcAft>
                      </a:pPr>
                      <a:r>
                        <a:rPr lang="es-MX" sz="1200" dirty="0">
                          <a:effectLst/>
                          <a:latin typeface="Century Gothic" panose="020B0502020202020204" pitchFamily="34" charset="0"/>
                        </a:rPr>
                        <a:t> </a:t>
                      </a:r>
                      <a:endParaRPr lang="es-MX" sz="1200" dirty="0">
                        <a:solidFill>
                          <a:srgbClr val="000000"/>
                        </a:solidFill>
                        <a:effectLst/>
                        <a:latin typeface="Century Gothic" panose="020B0502020202020204" pitchFamily="34" charset="0"/>
                        <a:ea typeface="Arial Unicode MS" panose="020B0604020202020204" pitchFamily="34" charset="-128"/>
                      </a:endParaRPr>
                    </a:p>
                  </a:txBody>
                  <a:tcPr marL="44450" marR="44450" marT="0" marB="0" anchor="b"/>
                </a:tc>
                <a:tc>
                  <a:txBody>
                    <a:bodyPr/>
                    <a:lstStyle/>
                    <a:p>
                      <a:pPr algn="l">
                        <a:spcAft>
                          <a:spcPts val="0"/>
                        </a:spcAft>
                      </a:pPr>
                      <a:r>
                        <a:rPr lang="es-MX" sz="1200" dirty="0">
                          <a:effectLst/>
                          <a:latin typeface="Century Gothic" panose="020B0502020202020204" pitchFamily="34" charset="0"/>
                        </a:rPr>
                        <a:t> </a:t>
                      </a:r>
                      <a:endParaRPr lang="es-MX" sz="1200" dirty="0">
                        <a:solidFill>
                          <a:srgbClr val="000000"/>
                        </a:solidFill>
                        <a:effectLst/>
                        <a:latin typeface="Century Gothic" panose="020B0502020202020204" pitchFamily="34" charset="0"/>
                        <a:ea typeface="Arial Unicode MS" panose="020B0604020202020204" pitchFamily="34" charset="-128"/>
                      </a:endParaRPr>
                    </a:p>
                  </a:txBody>
                  <a:tcPr marL="44450" marR="44450" marT="0" marB="0" anchor="b"/>
                </a:tc>
                <a:tc>
                  <a:txBody>
                    <a:bodyPr/>
                    <a:lstStyle/>
                    <a:p>
                      <a:pPr algn="l">
                        <a:spcAft>
                          <a:spcPts val="0"/>
                        </a:spcAft>
                      </a:pPr>
                      <a:r>
                        <a:rPr lang="es-MX" sz="1200" dirty="0">
                          <a:effectLst/>
                          <a:latin typeface="Century Gothic" panose="020B0502020202020204" pitchFamily="34" charset="0"/>
                        </a:rPr>
                        <a:t> </a:t>
                      </a:r>
                      <a:endParaRPr lang="es-MX" sz="1200" dirty="0">
                        <a:solidFill>
                          <a:srgbClr val="000000"/>
                        </a:solidFill>
                        <a:effectLst/>
                        <a:latin typeface="Century Gothic" panose="020B0502020202020204" pitchFamily="34" charset="0"/>
                        <a:ea typeface="Arial Unicode MS" panose="020B0604020202020204" pitchFamily="34" charset="-128"/>
                      </a:endParaRPr>
                    </a:p>
                  </a:txBody>
                  <a:tcPr marL="44450" marR="44450" marT="0" marB="0" anchor="b"/>
                </a:tc>
                <a:tc>
                  <a:txBody>
                    <a:bodyPr/>
                    <a:lstStyle/>
                    <a:p>
                      <a:pPr algn="l">
                        <a:spcAft>
                          <a:spcPts val="0"/>
                        </a:spcAft>
                      </a:pPr>
                      <a:r>
                        <a:rPr lang="es-MX" sz="1200" dirty="0">
                          <a:effectLst/>
                          <a:latin typeface="Century Gothic" panose="020B0502020202020204" pitchFamily="34" charset="0"/>
                        </a:rPr>
                        <a:t> </a:t>
                      </a:r>
                      <a:endParaRPr lang="es-MX" sz="1200" dirty="0">
                        <a:solidFill>
                          <a:srgbClr val="000000"/>
                        </a:solidFill>
                        <a:effectLst/>
                        <a:latin typeface="Century Gothic" panose="020B0502020202020204" pitchFamily="34" charset="0"/>
                        <a:ea typeface="Arial Unicode MS" panose="020B0604020202020204" pitchFamily="34" charset="-128"/>
                      </a:endParaRPr>
                    </a:p>
                  </a:txBody>
                  <a:tcPr marL="44450" marR="44450" marT="0" marB="0" anchor="b"/>
                </a:tc>
                <a:tc>
                  <a:txBody>
                    <a:bodyPr/>
                    <a:lstStyle/>
                    <a:p>
                      <a:pPr algn="l">
                        <a:spcAft>
                          <a:spcPts val="0"/>
                        </a:spcAft>
                      </a:pPr>
                      <a:r>
                        <a:rPr lang="es-MX" sz="1200" dirty="0">
                          <a:effectLst/>
                          <a:latin typeface="Century Gothic" panose="020B0502020202020204" pitchFamily="34" charset="0"/>
                        </a:rPr>
                        <a:t> </a:t>
                      </a:r>
                      <a:endParaRPr lang="es-MX" sz="1200" dirty="0">
                        <a:solidFill>
                          <a:srgbClr val="000000"/>
                        </a:solidFill>
                        <a:effectLst/>
                        <a:latin typeface="Century Gothic" panose="020B0502020202020204" pitchFamily="34" charset="0"/>
                        <a:ea typeface="Arial Unicode MS" panose="020B0604020202020204" pitchFamily="34" charset="-128"/>
                      </a:endParaRPr>
                    </a:p>
                  </a:txBody>
                  <a:tcPr marL="44450" marR="44450" marT="0" marB="0" anchor="b"/>
                </a:tc>
                <a:extLst>
                  <a:ext uri="{0D108BD9-81ED-4DB2-BD59-A6C34878D82A}">
                    <a16:rowId xmlns:a16="http://schemas.microsoft.com/office/drawing/2014/main" val="10006"/>
                  </a:ext>
                </a:extLst>
              </a:tr>
              <a:tr h="252495">
                <a:tc>
                  <a:txBody>
                    <a:bodyPr/>
                    <a:lstStyle/>
                    <a:p>
                      <a:pPr algn="l">
                        <a:spcAft>
                          <a:spcPts val="0"/>
                        </a:spcAft>
                      </a:pPr>
                      <a:r>
                        <a:rPr lang="es-MX" sz="1200" dirty="0">
                          <a:effectLst/>
                          <a:latin typeface="Century Gothic" panose="020B0502020202020204" pitchFamily="34" charset="0"/>
                        </a:rPr>
                        <a:t>5</a:t>
                      </a:r>
                      <a:endParaRPr lang="es-MX" sz="1200" dirty="0">
                        <a:solidFill>
                          <a:srgbClr val="000000"/>
                        </a:solidFill>
                        <a:effectLst/>
                        <a:latin typeface="Century Gothic" panose="020B0502020202020204" pitchFamily="34" charset="0"/>
                        <a:ea typeface="Arial Unicode MS" panose="020B0604020202020204" pitchFamily="34" charset="-128"/>
                      </a:endParaRPr>
                    </a:p>
                  </a:txBody>
                  <a:tcPr marL="44450" marR="44450" marT="0" marB="0" anchor="b"/>
                </a:tc>
                <a:tc>
                  <a:txBody>
                    <a:bodyPr/>
                    <a:lstStyle/>
                    <a:p>
                      <a:pPr algn="ctr">
                        <a:spcAft>
                          <a:spcPts val="0"/>
                        </a:spcAft>
                      </a:pPr>
                      <a:r>
                        <a:rPr lang="es-MX" sz="1200" dirty="0">
                          <a:effectLst/>
                          <a:latin typeface="Century Gothic" panose="020B0502020202020204" pitchFamily="34" charset="0"/>
                        </a:rPr>
                        <a:t>Revisión</a:t>
                      </a:r>
                      <a:endParaRPr lang="es-MX" sz="1200" dirty="0">
                        <a:solidFill>
                          <a:srgbClr val="000000"/>
                        </a:solidFill>
                        <a:effectLst/>
                        <a:latin typeface="Century Gothic" panose="020B0502020202020204" pitchFamily="34" charset="0"/>
                        <a:ea typeface="Arial Unicode MS" panose="020B0604020202020204" pitchFamily="34" charset="-128"/>
                      </a:endParaRPr>
                    </a:p>
                  </a:txBody>
                  <a:tcPr marL="44450" marR="44450" marT="0" marB="0" anchor="ctr"/>
                </a:tc>
                <a:tc>
                  <a:txBody>
                    <a:bodyPr/>
                    <a:lstStyle/>
                    <a:p>
                      <a:pPr algn="l">
                        <a:spcAft>
                          <a:spcPts val="0"/>
                        </a:spcAft>
                      </a:pPr>
                      <a:r>
                        <a:rPr lang="es-MX" sz="1200" dirty="0">
                          <a:effectLst/>
                          <a:latin typeface="Century Gothic" panose="020B0502020202020204" pitchFamily="34" charset="0"/>
                        </a:rPr>
                        <a:t>X</a:t>
                      </a:r>
                      <a:endParaRPr lang="es-MX" sz="1200" dirty="0">
                        <a:solidFill>
                          <a:srgbClr val="000000"/>
                        </a:solidFill>
                        <a:effectLst/>
                        <a:latin typeface="Century Gothic" panose="020B0502020202020204" pitchFamily="34" charset="0"/>
                        <a:ea typeface="Arial Unicode MS" panose="020B0604020202020204" pitchFamily="34" charset="-128"/>
                      </a:endParaRPr>
                    </a:p>
                  </a:txBody>
                  <a:tcPr marL="44450" marR="44450" marT="0" marB="0" anchor="b"/>
                </a:tc>
                <a:tc>
                  <a:txBody>
                    <a:bodyPr/>
                    <a:lstStyle/>
                    <a:p>
                      <a:pPr algn="l">
                        <a:spcAft>
                          <a:spcPts val="0"/>
                        </a:spcAft>
                      </a:pPr>
                      <a:r>
                        <a:rPr lang="es-MX" sz="1200" dirty="0">
                          <a:effectLst/>
                          <a:latin typeface="Century Gothic" panose="020B0502020202020204" pitchFamily="34" charset="0"/>
                        </a:rPr>
                        <a:t> </a:t>
                      </a:r>
                      <a:endParaRPr lang="es-MX" sz="1200" dirty="0">
                        <a:solidFill>
                          <a:srgbClr val="000000"/>
                        </a:solidFill>
                        <a:effectLst/>
                        <a:latin typeface="Century Gothic" panose="020B0502020202020204" pitchFamily="34" charset="0"/>
                        <a:ea typeface="Arial Unicode MS" panose="020B0604020202020204" pitchFamily="34" charset="-128"/>
                      </a:endParaRPr>
                    </a:p>
                  </a:txBody>
                  <a:tcPr marL="44450" marR="44450" marT="0" marB="0" anchor="b"/>
                </a:tc>
                <a:tc>
                  <a:txBody>
                    <a:bodyPr/>
                    <a:lstStyle/>
                    <a:p>
                      <a:pPr algn="l">
                        <a:spcAft>
                          <a:spcPts val="0"/>
                        </a:spcAft>
                      </a:pPr>
                      <a:r>
                        <a:rPr lang="es-MX" sz="1200" dirty="0">
                          <a:effectLst/>
                          <a:latin typeface="Century Gothic" panose="020B0502020202020204" pitchFamily="34" charset="0"/>
                        </a:rPr>
                        <a:t>X</a:t>
                      </a:r>
                      <a:endParaRPr lang="es-MX" sz="1200" dirty="0">
                        <a:solidFill>
                          <a:srgbClr val="000000"/>
                        </a:solidFill>
                        <a:effectLst/>
                        <a:latin typeface="Century Gothic" panose="020B0502020202020204" pitchFamily="34" charset="0"/>
                        <a:ea typeface="Arial Unicode MS" panose="020B0604020202020204" pitchFamily="34" charset="-128"/>
                      </a:endParaRPr>
                    </a:p>
                  </a:txBody>
                  <a:tcPr marL="44450" marR="44450" marT="0" marB="0" anchor="b"/>
                </a:tc>
                <a:tc>
                  <a:txBody>
                    <a:bodyPr/>
                    <a:lstStyle/>
                    <a:p>
                      <a:pPr algn="l">
                        <a:spcAft>
                          <a:spcPts val="0"/>
                        </a:spcAft>
                      </a:pPr>
                      <a:r>
                        <a:rPr lang="es-MX" sz="1200" dirty="0">
                          <a:effectLst/>
                          <a:latin typeface="Century Gothic" panose="020B0502020202020204" pitchFamily="34" charset="0"/>
                        </a:rPr>
                        <a:t>X</a:t>
                      </a:r>
                      <a:endParaRPr lang="es-MX" sz="1200" dirty="0">
                        <a:solidFill>
                          <a:srgbClr val="000000"/>
                        </a:solidFill>
                        <a:effectLst/>
                        <a:latin typeface="Century Gothic" panose="020B0502020202020204" pitchFamily="34" charset="0"/>
                        <a:ea typeface="Arial Unicode MS" panose="020B0604020202020204" pitchFamily="34" charset="-128"/>
                      </a:endParaRPr>
                    </a:p>
                  </a:txBody>
                  <a:tcPr marL="44450" marR="44450" marT="0" marB="0" anchor="b"/>
                </a:tc>
                <a:tc>
                  <a:txBody>
                    <a:bodyPr/>
                    <a:lstStyle/>
                    <a:p>
                      <a:pPr algn="l">
                        <a:spcAft>
                          <a:spcPts val="0"/>
                        </a:spcAft>
                      </a:pPr>
                      <a:r>
                        <a:rPr lang="es-MX" sz="1200" dirty="0">
                          <a:effectLst/>
                          <a:latin typeface="Century Gothic" panose="020B0502020202020204" pitchFamily="34" charset="0"/>
                        </a:rPr>
                        <a:t> </a:t>
                      </a:r>
                      <a:endParaRPr lang="es-MX" sz="1200" dirty="0">
                        <a:solidFill>
                          <a:srgbClr val="000000"/>
                        </a:solidFill>
                        <a:effectLst/>
                        <a:latin typeface="Century Gothic" panose="020B0502020202020204" pitchFamily="34" charset="0"/>
                        <a:ea typeface="Arial Unicode MS" panose="020B0604020202020204" pitchFamily="34" charset="-128"/>
                      </a:endParaRPr>
                    </a:p>
                  </a:txBody>
                  <a:tcPr marL="44450" marR="44450" marT="0" marB="0" anchor="b"/>
                </a:tc>
                <a:tc>
                  <a:txBody>
                    <a:bodyPr/>
                    <a:lstStyle/>
                    <a:p>
                      <a:pPr algn="l">
                        <a:spcAft>
                          <a:spcPts val="0"/>
                        </a:spcAft>
                      </a:pPr>
                      <a:r>
                        <a:rPr lang="es-MX" sz="1200" dirty="0">
                          <a:effectLst/>
                          <a:latin typeface="Century Gothic" panose="020B0502020202020204" pitchFamily="34" charset="0"/>
                        </a:rPr>
                        <a:t> </a:t>
                      </a:r>
                      <a:endParaRPr lang="es-MX" sz="1200" dirty="0">
                        <a:solidFill>
                          <a:srgbClr val="000000"/>
                        </a:solidFill>
                        <a:effectLst/>
                        <a:latin typeface="Century Gothic" panose="020B0502020202020204" pitchFamily="34" charset="0"/>
                        <a:ea typeface="Arial Unicode MS" panose="020B0604020202020204" pitchFamily="34" charset="-128"/>
                      </a:endParaRPr>
                    </a:p>
                  </a:txBody>
                  <a:tcPr marL="44450" marR="44450" marT="0" marB="0" anchor="b"/>
                </a:tc>
                <a:extLst>
                  <a:ext uri="{0D108BD9-81ED-4DB2-BD59-A6C34878D82A}">
                    <a16:rowId xmlns:a16="http://schemas.microsoft.com/office/drawing/2014/main" val="10007"/>
                  </a:ext>
                </a:extLst>
              </a:tr>
              <a:tr h="252495">
                <a:tc>
                  <a:txBody>
                    <a:bodyPr/>
                    <a:lstStyle/>
                    <a:p>
                      <a:pPr algn="l">
                        <a:spcAft>
                          <a:spcPts val="0"/>
                        </a:spcAft>
                      </a:pPr>
                      <a:r>
                        <a:rPr lang="es-MX" sz="1200" dirty="0">
                          <a:effectLst/>
                          <a:latin typeface="Century Gothic" panose="020B0502020202020204" pitchFamily="34" charset="0"/>
                        </a:rPr>
                        <a:t>6</a:t>
                      </a:r>
                      <a:endParaRPr lang="es-MX" sz="1200" dirty="0">
                        <a:solidFill>
                          <a:srgbClr val="000000"/>
                        </a:solidFill>
                        <a:effectLst/>
                        <a:latin typeface="Century Gothic" panose="020B0502020202020204" pitchFamily="34" charset="0"/>
                        <a:ea typeface="Arial Unicode MS" panose="020B0604020202020204" pitchFamily="34" charset="-128"/>
                      </a:endParaRPr>
                    </a:p>
                  </a:txBody>
                  <a:tcPr marL="44450" marR="44450" marT="0" marB="0" anchor="b"/>
                </a:tc>
                <a:tc>
                  <a:txBody>
                    <a:bodyPr/>
                    <a:lstStyle/>
                    <a:p>
                      <a:pPr algn="ctr">
                        <a:spcAft>
                          <a:spcPts val="0"/>
                        </a:spcAft>
                      </a:pPr>
                      <a:r>
                        <a:rPr lang="es-MX" sz="1200" dirty="0">
                          <a:effectLst/>
                          <a:latin typeface="Century Gothic" panose="020B0502020202020204" pitchFamily="34" charset="0"/>
                        </a:rPr>
                        <a:t>Autorización</a:t>
                      </a:r>
                      <a:endParaRPr lang="es-MX" sz="1200" dirty="0">
                        <a:solidFill>
                          <a:srgbClr val="000000"/>
                        </a:solidFill>
                        <a:effectLst/>
                        <a:latin typeface="Century Gothic" panose="020B0502020202020204" pitchFamily="34" charset="0"/>
                        <a:ea typeface="Arial Unicode MS" panose="020B0604020202020204" pitchFamily="34" charset="-128"/>
                      </a:endParaRPr>
                    </a:p>
                  </a:txBody>
                  <a:tcPr marL="44450" marR="44450" marT="0" marB="0" anchor="ctr"/>
                </a:tc>
                <a:tc>
                  <a:txBody>
                    <a:bodyPr/>
                    <a:lstStyle/>
                    <a:p>
                      <a:pPr algn="l">
                        <a:spcAft>
                          <a:spcPts val="0"/>
                        </a:spcAft>
                      </a:pPr>
                      <a:r>
                        <a:rPr lang="es-MX" sz="1200" dirty="0">
                          <a:effectLst/>
                          <a:latin typeface="Century Gothic" panose="020B0502020202020204" pitchFamily="34" charset="0"/>
                        </a:rPr>
                        <a:t>X</a:t>
                      </a:r>
                      <a:endParaRPr lang="es-MX" sz="1200" dirty="0">
                        <a:solidFill>
                          <a:srgbClr val="000000"/>
                        </a:solidFill>
                        <a:effectLst/>
                        <a:latin typeface="Century Gothic" panose="020B0502020202020204" pitchFamily="34" charset="0"/>
                        <a:ea typeface="Arial Unicode MS" panose="020B0604020202020204" pitchFamily="34" charset="-128"/>
                      </a:endParaRPr>
                    </a:p>
                  </a:txBody>
                  <a:tcPr marL="44450" marR="44450" marT="0" marB="0" anchor="b"/>
                </a:tc>
                <a:tc>
                  <a:txBody>
                    <a:bodyPr/>
                    <a:lstStyle/>
                    <a:p>
                      <a:pPr algn="l">
                        <a:spcAft>
                          <a:spcPts val="0"/>
                        </a:spcAft>
                      </a:pPr>
                      <a:r>
                        <a:rPr lang="es-MX" sz="1200" dirty="0">
                          <a:effectLst/>
                          <a:latin typeface="Century Gothic" panose="020B0502020202020204" pitchFamily="34" charset="0"/>
                        </a:rPr>
                        <a:t> </a:t>
                      </a:r>
                      <a:endParaRPr lang="es-MX" sz="1200" dirty="0">
                        <a:solidFill>
                          <a:srgbClr val="000000"/>
                        </a:solidFill>
                        <a:effectLst/>
                        <a:latin typeface="Century Gothic" panose="020B0502020202020204" pitchFamily="34" charset="0"/>
                        <a:ea typeface="Arial Unicode MS" panose="020B0604020202020204" pitchFamily="34" charset="-128"/>
                      </a:endParaRPr>
                    </a:p>
                  </a:txBody>
                  <a:tcPr marL="44450" marR="44450" marT="0" marB="0" anchor="b"/>
                </a:tc>
                <a:tc>
                  <a:txBody>
                    <a:bodyPr/>
                    <a:lstStyle/>
                    <a:p>
                      <a:pPr algn="l">
                        <a:spcAft>
                          <a:spcPts val="0"/>
                        </a:spcAft>
                      </a:pPr>
                      <a:r>
                        <a:rPr lang="es-MX" sz="1200" dirty="0">
                          <a:effectLst/>
                          <a:latin typeface="Century Gothic" panose="020B0502020202020204" pitchFamily="34" charset="0"/>
                        </a:rPr>
                        <a:t> </a:t>
                      </a:r>
                      <a:endParaRPr lang="es-MX" sz="1200" dirty="0">
                        <a:solidFill>
                          <a:srgbClr val="000000"/>
                        </a:solidFill>
                        <a:effectLst/>
                        <a:latin typeface="Century Gothic" panose="020B0502020202020204" pitchFamily="34" charset="0"/>
                        <a:ea typeface="Arial Unicode MS" panose="020B0604020202020204" pitchFamily="34" charset="-128"/>
                      </a:endParaRPr>
                    </a:p>
                  </a:txBody>
                  <a:tcPr marL="44450" marR="44450" marT="0" marB="0" anchor="b"/>
                </a:tc>
                <a:tc>
                  <a:txBody>
                    <a:bodyPr/>
                    <a:lstStyle/>
                    <a:p>
                      <a:pPr algn="l">
                        <a:spcAft>
                          <a:spcPts val="0"/>
                        </a:spcAft>
                      </a:pPr>
                      <a:r>
                        <a:rPr lang="es-MX" sz="1200" dirty="0">
                          <a:effectLst/>
                          <a:latin typeface="Century Gothic" panose="020B0502020202020204" pitchFamily="34" charset="0"/>
                        </a:rPr>
                        <a:t>X</a:t>
                      </a:r>
                      <a:endParaRPr lang="es-MX" sz="1200" dirty="0">
                        <a:solidFill>
                          <a:srgbClr val="000000"/>
                        </a:solidFill>
                        <a:effectLst/>
                        <a:latin typeface="Century Gothic" panose="020B0502020202020204" pitchFamily="34" charset="0"/>
                        <a:ea typeface="Arial Unicode MS" panose="020B0604020202020204" pitchFamily="34" charset="-128"/>
                      </a:endParaRPr>
                    </a:p>
                  </a:txBody>
                  <a:tcPr marL="44450" marR="44450" marT="0" marB="0" anchor="b"/>
                </a:tc>
                <a:tc>
                  <a:txBody>
                    <a:bodyPr/>
                    <a:lstStyle/>
                    <a:p>
                      <a:pPr algn="l">
                        <a:spcAft>
                          <a:spcPts val="0"/>
                        </a:spcAft>
                      </a:pPr>
                      <a:r>
                        <a:rPr lang="es-MX" sz="1200" dirty="0">
                          <a:effectLst/>
                          <a:latin typeface="Century Gothic" panose="020B0502020202020204" pitchFamily="34" charset="0"/>
                        </a:rPr>
                        <a:t> </a:t>
                      </a:r>
                      <a:endParaRPr lang="es-MX" sz="1200" dirty="0">
                        <a:solidFill>
                          <a:srgbClr val="000000"/>
                        </a:solidFill>
                        <a:effectLst/>
                        <a:latin typeface="Century Gothic" panose="020B0502020202020204" pitchFamily="34" charset="0"/>
                        <a:ea typeface="Arial Unicode MS" panose="020B0604020202020204" pitchFamily="34" charset="-128"/>
                      </a:endParaRPr>
                    </a:p>
                  </a:txBody>
                  <a:tcPr marL="44450" marR="44450" marT="0" marB="0" anchor="b"/>
                </a:tc>
                <a:tc>
                  <a:txBody>
                    <a:bodyPr/>
                    <a:lstStyle/>
                    <a:p>
                      <a:pPr algn="l">
                        <a:spcAft>
                          <a:spcPts val="0"/>
                        </a:spcAft>
                      </a:pPr>
                      <a:r>
                        <a:rPr lang="es-MX" sz="1200" dirty="0">
                          <a:effectLst/>
                          <a:latin typeface="Century Gothic" panose="020B0502020202020204" pitchFamily="34" charset="0"/>
                        </a:rPr>
                        <a:t> </a:t>
                      </a:r>
                      <a:endParaRPr lang="es-MX" sz="1200" dirty="0">
                        <a:solidFill>
                          <a:srgbClr val="000000"/>
                        </a:solidFill>
                        <a:effectLst/>
                        <a:latin typeface="Century Gothic" panose="020B0502020202020204" pitchFamily="34" charset="0"/>
                        <a:ea typeface="Arial Unicode MS" panose="020B0604020202020204" pitchFamily="34" charset="-128"/>
                      </a:endParaRPr>
                    </a:p>
                  </a:txBody>
                  <a:tcPr marL="44450" marR="44450" marT="0" marB="0" anchor="b"/>
                </a:tc>
                <a:extLst>
                  <a:ext uri="{0D108BD9-81ED-4DB2-BD59-A6C34878D82A}">
                    <a16:rowId xmlns:a16="http://schemas.microsoft.com/office/drawing/2014/main" val="10008"/>
                  </a:ext>
                </a:extLst>
              </a:tr>
              <a:tr h="252495">
                <a:tc>
                  <a:txBody>
                    <a:bodyPr/>
                    <a:lstStyle/>
                    <a:p>
                      <a:pPr algn="l">
                        <a:spcAft>
                          <a:spcPts val="0"/>
                        </a:spcAft>
                      </a:pPr>
                      <a:r>
                        <a:rPr lang="es-MX" sz="1200" dirty="0">
                          <a:effectLst/>
                          <a:latin typeface="Century Gothic" panose="020B0502020202020204" pitchFamily="34" charset="0"/>
                        </a:rPr>
                        <a:t>7</a:t>
                      </a:r>
                      <a:endParaRPr lang="es-MX" sz="1200" dirty="0">
                        <a:solidFill>
                          <a:srgbClr val="000000"/>
                        </a:solidFill>
                        <a:effectLst/>
                        <a:latin typeface="Century Gothic" panose="020B0502020202020204" pitchFamily="34" charset="0"/>
                        <a:ea typeface="Arial Unicode MS" panose="020B0604020202020204" pitchFamily="34" charset="-128"/>
                      </a:endParaRPr>
                    </a:p>
                  </a:txBody>
                  <a:tcPr marL="44450" marR="44450" marT="0" marB="0" anchor="b"/>
                </a:tc>
                <a:tc>
                  <a:txBody>
                    <a:bodyPr/>
                    <a:lstStyle/>
                    <a:p>
                      <a:pPr algn="ctr">
                        <a:spcAft>
                          <a:spcPts val="0"/>
                        </a:spcAft>
                      </a:pPr>
                      <a:r>
                        <a:rPr lang="es-MX" sz="1200" dirty="0">
                          <a:effectLst/>
                          <a:latin typeface="Century Gothic" panose="020B0502020202020204" pitchFamily="34" charset="0"/>
                        </a:rPr>
                        <a:t>Elaboración de oficio</a:t>
                      </a:r>
                      <a:endParaRPr lang="es-MX" sz="1200" dirty="0">
                        <a:solidFill>
                          <a:srgbClr val="000000"/>
                        </a:solidFill>
                        <a:effectLst/>
                        <a:latin typeface="Century Gothic" panose="020B0502020202020204" pitchFamily="34" charset="0"/>
                        <a:ea typeface="Arial Unicode MS" panose="020B0604020202020204" pitchFamily="34" charset="-128"/>
                      </a:endParaRPr>
                    </a:p>
                  </a:txBody>
                  <a:tcPr marL="44450" marR="44450" marT="0" marB="0" anchor="ctr"/>
                </a:tc>
                <a:tc>
                  <a:txBody>
                    <a:bodyPr/>
                    <a:lstStyle/>
                    <a:p>
                      <a:pPr algn="l">
                        <a:spcAft>
                          <a:spcPts val="0"/>
                        </a:spcAft>
                      </a:pPr>
                      <a:r>
                        <a:rPr lang="es-MX" sz="1200" dirty="0">
                          <a:effectLst/>
                          <a:latin typeface="Century Gothic" panose="020B0502020202020204" pitchFamily="34" charset="0"/>
                        </a:rPr>
                        <a:t>X</a:t>
                      </a:r>
                      <a:endParaRPr lang="es-MX" sz="1200" dirty="0">
                        <a:solidFill>
                          <a:srgbClr val="000000"/>
                        </a:solidFill>
                        <a:effectLst/>
                        <a:latin typeface="Century Gothic" panose="020B0502020202020204" pitchFamily="34" charset="0"/>
                        <a:ea typeface="Arial Unicode MS" panose="020B0604020202020204" pitchFamily="34" charset="-128"/>
                      </a:endParaRPr>
                    </a:p>
                  </a:txBody>
                  <a:tcPr marL="44450" marR="44450" marT="0" marB="0" anchor="b"/>
                </a:tc>
                <a:tc>
                  <a:txBody>
                    <a:bodyPr/>
                    <a:lstStyle/>
                    <a:p>
                      <a:pPr algn="l">
                        <a:spcAft>
                          <a:spcPts val="0"/>
                        </a:spcAft>
                      </a:pPr>
                      <a:r>
                        <a:rPr lang="es-MX" sz="1200" dirty="0">
                          <a:effectLst/>
                          <a:latin typeface="Century Gothic" panose="020B0502020202020204" pitchFamily="34" charset="0"/>
                        </a:rPr>
                        <a:t> </a:t>
                      </a:r>
                      <a:endParaRPr lang="es-MX" sz="1200" dirty="0">
                        <a:solidFill>
                          <a:srgbClr val="000000"/>
                        </a:solidFill>
                        <a:effectLst/>
                        <a:latin typeface="Century Gothic" panose="020B0502020202020204" pitchFamily="34" charset="0"/>
                        <a:ea typeface="Arial Unicode MS" panose="020B0604020202020204" pitchFamily="34" charset="-128"/>
                      </a:endParaRPr>
                    </a:p>
                  </a:txBody>
                  <a:tcPr marL="44450" marR="44450" marT="0" marB="0" anchor="b"/>
                </a:tc>
                <a:tc>
                  <a:txBody>
                    <a:bodyPr/>
                    <a:lstStyle/>
                    <a:p>
                      <a:pPr algn="l">
                        <a:spcAft>
                          <a:spcPts val="0"/>
                        </a:spcAft>
                      </a:pPr>
                      <a:r>
                        <a:rPr lang="es-MX" sz="1200" dirty="0">
                          <a:effectLst/>
                          <a:latin typeface="Century Gothic" panose="020B0502020202020204" pitchFamily="34" charset="0"/>
                        </a:rPr>
                        <a:t>X</a:t>
                      </a:r>
                      <a:endParaRPr lang="es-MX" sz="1200" dirty="0">
                        <a:solidFill>
                          <a:srgbClr val="000000"/>
                        </a:solidFill>
                        <a:effectLst/>
                        <a:latin typeface="Century Gothic" panose="020B0502020202020204" pitchFamily="34" charset="0"/>
                        <a:ea typeface="Arial Unicode MS" panose="020B0604020202020204" pitchFamily="34" charset="-128"/>
                      </a:endParaRPr>
                    </a:p>
                  </a:txBody>
                  <a:tcPr marL="44450" marR="44450" marT="0" marB="0" anchor="b"/>
                </a:tc>
                <a:tc>
                  <a:txBody>
                    <a:bodyPr/>
                    <a:lstStyle/>
                    <a:p>
                      <a:pPr algn="l">
                        <a:spcAft>
                          <a:spcPts val="0"/>
                        </a:spcAft>
                      </a:pPr>
                      <a:r>
                        <a:rPr lang="es-MX" sz="1200" dirty="0">
                          <a:effectLst/>
                          <a:latin typeface="Century Gothic" panose="020B0502020202020204" pitchFamily="34" charset="0"/>
                        </a:rPr>
                        <a:t> </a:t>
                      </a:r>
                      <a:endParaRPr lang="es-MX" sz="1200" dirty="0">
                        <a:solidFill>
                          <a:srgbClr val="000000"/>
                        </a:solidFill>
                        <a:effectLst/>
                        <a:latin typeface="Century Gothic" panose="020B0502020202020204" pitchFamily="34" charset="0"/>
                        <a:ea typeface="Arial Unicode MS" panose="020B0604020202020204" pitchFamily="34" charset="-128"/>
                      </a:endParaRPr>
                    </a:p>
                  </a:txBody>
                  <a:tcPr marL="44450" marR="44450" marT="0" marB="0" anchor="b"/>
                </a:tc>
                <a:tc>
                  <a:txBody>
                    <a:bodyPr/>
                    <a:lstStyle/>
                    <a:p>
                      <a:pPr algn="l">
                        <a:spcAft>
                          <a:spcPts val="0"/>
                        </a:spcAft>
                      </a:pPr>
                      <a:r>
                        <a:rPr lang="es-MX" sz="1200" dirty="0">
                          <a:effectLst/>
                          <a:latin typeface="Century Gothic" panose="020B0502020202020204" pitchFamily="34" charset="0"/>
                        </a:rPr>
                        <a:t> </a:t>
                      </a:r>
                      <a:endParaRPr lang="es-MX" sz="1200" dirty="0">
                        <a:solidFill>
                          <a:srgbClr val="000000"/>
                        </a:solidFill>
                        <a:effectLst/>
                        <a:latin typeface="Century Gothic" panose="020B0502020202020204" pitchFamily="34" charset="0"/>
                        <a:ea typeface="Arial Unicode MS" panose="020B0604020202020204" pitchFamily="34" charset="-128"/>
                      </a:endParaRPr>
                    </a:p>
                  </a:txBody>
                  <a:tcPr marL="44450" marR="44450" marT="0" marB="0" anchor="b"/>
                </a:tc>
                <a:tc>
                  <a:txBody>
                    <a:bodyPr/>
                    <a:lstStyle/>
                    <a:p>
                      <a:pPr algn="l">
                        <a:spcAft>
                          <a:spcPts val="0"/>
                        </a:spcAft>
                      </a:pPr>
                      <a:r>
                        <a:rPr lang="es-MX" sz="1200" dirty="0">
                          <a:effectLst/>
                          <a:latin typeface="Century Gothic" panose="020B0502020202020204" pitchFamily="34" charset="0"/>
                        </a:rPr>
                        <a:t> </a:t>
                      </a:r>
                      <a:endParaRPr lang="es-MX" sz="1200" dirty="0">
                        <a:solidFill>
                          <a:srgbClr val="000000"/>
                        </a:solidFill>
                        <a:effectLst/>
                        <a:latin typeface="Century Gothic" panose="020B0502020202020204" pitchFamily="34" charset="0"/>
                        <a:ea typeface="Arial Unicode MS" panose="020B0604020202020204" pitchFamily="34" charset="-128"/>
                      </a:endParaRPr>
                    </a:p>
                  </a:txBody>
                  <a:tcPr marL="44450" marR="44450" marT="0" marB="0" anchor="b"/>
                </a:tc>
                <a:extLst>
                  <a:ext uri="{0D108BD9-81ED-4DB2-BD59-A6C34878D82A}">
                    <a16:rowId xmlns:a16="http://schemas.microsoft.com/office/drawing/2014/main" val="10009"/>
                  </a:ext>
                </a:extLst>
              </a:tr>
              <a:tr h="504990">
                <a:tc>
                  <a:txBody>
                    <a:bodyPr/>
                    <a:lstStyle/>
                    <a:p>
                      <a:pPr algn="l">
                        <a:spcAft>
                          <a:spcPts val="0"/>
                        </a:spcAft>
                      </a:pPr>
                      <a:r>
                        <a:rPr lang="es-MX" sz="1200" dirty="0">
                          <a:effectLst/>
                          <a:latin typeface="Century Gothic" panose="020B0502020202020204" pitchFamily="34" charset="0"/>
                        </a:rPr>
                        <a:t>8</a:t>
                      </a:r>
                      <a:endParaRPr lang="es-MX" sz="1200" dirty="0">
                        <a:solidFill>
                          <a:srgbClr val="000000"/>
                        </a:solidFill>
                        <a:effectLst/>
                        <a:latin typeface="Century Gothic" panose="020B0502020202020204" pitchFamily="34" charset="0"/>
                        <a:ea typeface="Arial Unicode MS" panose="020B0604020202020204" pitchFamily="34" charset="-128"/>
                      </a:endParaRPr>
                    </a:p>
                  </a:txBody>
                  <a:tcPr marL="44450" marR="44450" marT="0" marB="0" anchor="b"/>
                </a:tc>
                <a:tc>
                  <a:txBody>
                    <a:bodyPr/>
                    <a:lstStyle/>
                    <a:p>
                      <a:pPr algn="ctr">
                        <a:spcAft>
                          <a:spcPts val="0"/>
                        </a:spcAft>
                      </a:pPr>
                      <a:r>
                        <a:rPr lang="es-MX" sz="1200" dirty="0">
                          <a:effectLst/>
                          <a:latin typeface="Century Gothic" panose="020B0502020202020204" pitchFamily="34" charset="0"/>
                        </a:rPr>
                        <a:t>Trámite oficio pago turnado</a:t>
                      </a:r>
                      <a:endParaRPr lang="es-MX" sz="1200" dirty="0">
                        <a:solidFill>
                          <a:srgbClr val="000000"/>
                        </a:solidFill>
                        <a:effectLst/>
                        <a:latin typeface="Century Gothic" panose="020B0502020202020204" pitchFamily="34" charset="0"/>
                        <a:ea typeface="Arial Unicode MS" panose="020B0604020202020204" pitchFamily="34" charset="-128"/>
                      </a:endParaRPr>
                    </a:p>
                  </a:txBody>
                  <a:tcPr marL="44450" marR="44450" marT="0" marB="0" anchor="ctr"/>
                </a:tc>
                <a:tc>
                  <a:txBody>
                    <a:bodyPr/>
                    <a:lstStyle/>
                    <a:p>
                      <a:pPr algn="l">
                        <a:spcAft>
                          <a:spcPts val="0"/>
                        </a:spcAft>
                      </a:pPr>
                      <a:r>
                        <a:rPr lang="es-MX" sz="1200" dirty="0">
                          <a:effectLst/>
                          <a:latin typeface="Century Gothic" panose="020B0502020202020204" pitchFamily="34" charset="0"/>
                        </a:rPr>
                        <a:t> </a:t>
                      </a:r>
                      <a:endParaRPr lang="es-MX" sz="1200" dirty="0">
                        <a:solidFill>
                          <a:srgbClr val="000000"/>
                        </a:solidFill>
                        <a:effectLst/>
                        <a:latin typeface="Century Gothic" panose="020B0502020202020204" pitchFamily="34" charset="0"/>
                        <a:ea typeface="Arial Unicode MS" panose="020B0604020202020204" pitchFamily="34" charset="-128"/>
                      </a:endParaRPr>
                    </a:p>
                  </a:txBody>
                  <a:tcPr marL="44450" marR="44450" marT="0" marB="0" anchor="b"/>
                </a:tc>
                <a:tc>
                  <a:txBody>
                    <a:bodyPr/>
                    <a:lstStyle/>
                    <a:p>
                      <a:pPr algn="l">
                        <a:spcAft>
                          <a:spcPts val="0"/>
                        </a:spcAft>
                      </a:pPr>
                      <a:r>
                        <a:rPr lang="es-MX" sz="1200" dirty="0">
                          <a:effectLst/>
                          <a:latin typeface="Century Gothic" panose="020B0502020202020204" pitchFamily="34" charset="0"/>
                        </a:rPr>
                        <a:t> </a:t>
                      </a:r>
                      <a:endParaRPr lang="es-MX" sz="1200" dirty="0">
                        <a:solidFill>
                          <a:srgbClr val="000000"/>
                        </a:solidFill>
                        <a:effectLst/>
                        <a:latin typeface="Century Gothic" panose="020B0502020202020204" pitchFamily="34" charset="0"/>
                        <a:ea typeface="Arial Unicode MS" panose="020B0604020202020204" pitchFamily="34" charset="-128"/>
                      </a:endParaRPr>
                    </a:p>
                  </a:txBody>
                  <a:tcPr marL="44450" marR="44450" marT="0" marB="0" anchor="b"/>
                </a:tc>
                <a:tc>
                  <a:txBody>
                    <a:bodyPr/>
                    <a:lstStyle/>
                    <a:p>
                      <a:pPr algn="l">
                        <a:spcAft>
                          <a:spcPts val="0"/>
                        </a:spcAft>
                      </a:pPr>
                      <a:r>
                        <a:rPr lang="es-MX" sz="1200" dirty="0">
                          <a:effectLst/>
                          <a:latin typeface="Century Gothic" panose="020B0502020202020204" pitchFamily="34" charset="0"/>
                        </a:rPr>
                        <a:t> </a:t>
                      </a:r>
                      <a:endParaRPr lang="es-MX" sz="1200" dirty="0">
                        <a:solidFill>
                          <a:srgbClr val="000000"/>
                        </a:solidFill>
                        <a:effectLst/>
                        <a:latin typeface="Century Gothic" panose="020B0502020202020204" pitchFamily="34" charset="0"/>
                        <a:ea typeface="Arial Unicode MS" panose="020B0604020202020204" pitchFamily="34" charset="-128"/>
                      </a:endParaRPr>
                    </a:p>
                  </a:txBody>
                  <a:tcPr marL="44450" marR="44450" marT="0" marB="0" anchor="b"/>
                </a:tc>
                <a:tc>
                  <a:txBody>
                    <a:bodyPr/>
                    <a:lstStyle/>
                    <a:p>
                      <a:pPr algn="l">
                        <a:spcAft>
                          <a:spcPts val="0"/>
                        </a:spcAft>
                      </a:pPr>
                      <a:r>
                        <a:rPr lang="es-MX" sz="1200" dirty="0">
                          <a:effectLst/>
                          <a:latin typeface="Century Gothic" panose="020B0502020202020204" pitchFamily="34" charset="0"/>
                        </a:rPr>
                        <a:t> </a:t>
                      </a:r>
                      <a:endParaRPr lang="es-MX" sz="1200" dirty="0">
                        <a:solidFill>
                          <a:srgbClr val="000000"/>
                        </a:solidFill>
                        <a:effectLst/>
                        <a:latin typeface="Century Gothic" panose="020B0502020202020204" pitchFamily="34" charset="0"/>
                        <a:ea typeface="Arial Unicode MS" panose="020B0604020202020204" pitchFamily="34" charset="-128"/>
                      </a:endParaRPr>
                    </a:p>
                  </a:txBody>
                  <a:tcPr marL="44450" marR="44450" marT="0" marB="0" anchor="b"/>
                </a:tc>
                <a:tc>
                  <a:txBody>
                    <a:bodyPr/>
                    <a:lstStyle/>
                    <a:p>
                      <a:pPr algn="l">
                        <a:spcAft>
                          <a:spcPts val="0"/>
                        </a:spcAft>
                      </a:pPr>
                      <a:r>
                        <a:rPr lang="es-MX" sz="1200" dirty="0">
                          <a:effectLst/>
                          <a:latin typeface="Century Gothic" panose="020B0502020202020204" pitchFamily="34" charset="0"/>
                        </a:rPr>
                        <a:t>X</a:t>
                      </a:r>
                      <a:endParaRPr lang="es-MX" sz="1200" dirty="0">
                        <a:solidFill>
                          <a:srgbClr val="000000"/>
                        </a:solidFill>
                        <a:effectLst/>
                        <a:latin typeface="Century Gothic" panose="020B0502020202020204" pitchFamily="34" charset="0"/>
                        <a:ea typeface="Arial Unicode MS" panose="020B0604020202020204" pitchFamily="34" charset="-128"/>
                      </a:endParaRPr>
                    </a:p>
                  </a:txBody>
                  <a:tcPr marL="44450" marR="44450" marT="0" marB="0" anchor="b"/>
                </a:tc>
                <a:tc>
                  <a:txBody>
                    <a:bodyPr/>
                    <a:lstStyle/>
                    <a:p>
                      <a:pPr algn="l">
                        <a:spcAft>
                          <a:spcPts val="0"/>
                        </a:spcAft>
                      </a:pPr>
                      <a:r>
                        <a:rPr lang="es-MX" sz="1200" dirty="0">
                          <a:effectLst/>
                          <a:latin typeface="Century Gothic" panose="020B0502020202020204" pitchFamily="34" charset="0"/>
                        </a:rPr>
                        <a:t> </a:t>
                      </a:r>
                      <a:endParaRPr lang="es-MX" sz="1200" dirty="0">
                        <a:solidFill>
                          <a:srgbClr val="000000"/>
                        </a:solidFill>
                        <a:effectLst/>
                        <a:latin typeface="Century Gothic" panose="020B0502020202020204" pitchFamily="34" charset="0"/>
                        <a:ea typeface="Arial Unicode MS" panose="020B0604020202020204" pitchFamily="34" charset="-128"/>
                      </a:endParaRPr>
                    </a:p>
                  </a:txBody>
                  <a:tcPr marL="44450" marR="44450" marT="0" marB="0" anchor="b"/>
                </a:tc>
                <a:extLst>
                  <a:ext uri="{0D108BD9-81ED-4DB2-BD59-A6C34878D82A}">
                    <a16:rowId xmlns:a16="http://schemas.microsoft.com/office/drawing/2014/main" val="10010"/>
                  </a:ext>
                </a:extLst>
              </a:tr>
              <a:tr h="881438">
                <a:tc gridSpan="8">
                  <a:txBody>
                    <a:bodyPr/>
                    <a:lstStyle/>
                    <a:p>
                      <a:pPr algn="l">
                        <a:spcAft>
                          <a:spcPts val="0"/>
                        </a:spcAft>
                      </a:pPr>
                      <a:r>
                        <a:rPr lang="es-MX" sz="1200" dirty="0">
                          <a:effectLst/>
                          <a:latin typeface="Century Gothic" panose="020B0502020202020204" pitchFamily="34" charset="0"/>
                        </a:rPr>
                        <a:t>OK= Correcto       T= A Tiempo </a:t>
                      </a:r>
                      <a:br>
                        <a:rPr lang="es-MX" sz="1200" dirty="0">
                          <a:effectLst/>
                          <a:latin typeface="Century Gothic" panose="020B0502020202020204" pitchFamily="34" charset="0"/>
                        </a:rPr>
                      </a:br>
                      <a:r>
                        <a:rPr lang="es-MX" sz="1200" dirty="0">
                          <a:effectLst/>
                          <a:latin typeface="Century Gothic" panose="020B0502020202020204" pitchFamily="34" charset="0"/>
                        </a:rPr>
                        <a:t>AT= Atraso             ER= Con Error</a:t>
                      </a:r>
                      <a:br>
                        <a:rPr lang="es-MX" sz="1200" dirty="0">
                          <a:effectLst/>
                          <a:latin typeface="Century Gothic" panose="020B0502020202020204" pitchFamily="34" charset="0"/>
                        </a:rPr>
                      </a:br>
                      <a:r>
                        <a:rPr lang="es-MX" sz="1200" dirty="0">
                          <a:effectLst/>
                          <a:latin typeface="Century Gothic" panose="020B0502020202020204" pitchFamily="34" charset="0"/>
                        </a:rPr>
                        <a:t>Se Requiere acción de mejora: Si           en qué punto: 2</a:t>
                      </a:r>
                      <a:br>
                        <a:rPr lang="es-MX" sz="1200" dirty="0">
                          <a:effectLst/>
                          <a:latin typeface="Century Gothic" panose="020B0502020202020204" pitchFamily="34" charset="0"/>
                        </a:rPr>
                      </a:br>
                      <a:r>
                        <a:rPr lang="es-MX" sz="1200" dirty="0">
                          <a:effectLst/>
                          <a:latin typeface="Century Gothic" panose="020B0502020202020204" pitchFamily="34" charset="0"/>
                        </a:rPr>
                        <a:t>Responsable:                                                   Puesto:</a:t>
                      </a:r>
                      <a:endParaRPr lang="es-MX" sz="1200" dirty="0">
                        <a:solidFill>
                          <a:srgbClr val="000000"/>
                        </a:solidFill>
                        <a:effectLst/>
                        <a:latin typeface="Century Gothic" panose="020B0502020202020204" pitchFamily="34" charset="0"/>
                        <a:ea typeface="Arial Unicode MS" panose="020B0604020202020204" pitchFamily="34" charset="-128"/>
                      </a:endParaRPr>
                    </a:p>
                  </a:txBody>
                  <a:tcPr marL="44450" marR="44450" marT="0" marB="0"/>
                </a:tc>
                <a:tc hMerge="1">
                  <a:txBody>
                    <a:bodyPr/>
                    <a:lstStyle/>
                    <a:p>
                      <a:endParaRPr lang="es-MX"/>
                    </a:p>
                  </a:txBody>
                  <a:tcPr/>
                </a:tc>
                <a:tc hMerge="1">
                  <a:txBody>
                    <a:bodyPr/>
                    <a:lstStyle/>
                    <a:p>
                      <a:endParaRPr lang="es-MX"/>
                    </a:p>
                  </a:txBody>
                  <a:tcPr/>
                </a:tc>
                <a:tc hMerge="1">
                  <a:txBody>
                    <a:bodyPr/>
                    <a:lstStyle/>
                    <a:p>
                      <a:endParaRPr lang="es-MX"/>
                    </a:p>
                  </a:txBody>
                  <a:tcPr/>
                </a:tc>
                <a:tc hMerge="1">
                  <a:txBody>
                    <a:bodyPr/>
                    <a:lstStyle/>
                    <a:p>
                      <a:endParaRPr lang="es-MX"/>
                    </a:p>
                  </a:txBody>
                  <a:tcPr/>
                </a:tc>
                <a:tc hMerge="1">
                  <a:txBody>
                    <a:bodyPr/>
                    <a:lstStyle/>
                    <a:p>
                      <a:endParaRPr lang="es-MX"/>
                    </a:p>
                  </a:txBody>
                  <a:tcPr/>
                </a:tc>
                <a:tc hMerge="1">
                  <a:txBody>
                    <a:bodyPr/>
                    <a:lstStyle/>
                    <a:p>
                      <a:endParaRPr lang="es-MX"/>
                    </a:p>
                  </a:txBody>
                  <a:tcPr/>
                </a:tc>
                <a:tc hMerge="1">
                  <a:txBody>
                    <a:bodyPr/>
                    <a:lstStyle/>
                    <a:p>
                      <a:endParaRPr lang="es-MX"/>
                    </a:p>
                  </a:txBody>
                  <a:tcPr/>
                </a:tc>
                <a:extLst>
                  <a:ext uri="{0D108BD9-81ED-4DB2-BD59-A6C34878D82A}">
                    <a16:rowId xmlns:a16="http://schemas.microsoft.com/office/drawing/2014/main" val="10011"/>
                  </a:ext>
                </a:extLst>
              </a:tr>
            </a:tbl>
          </a:graphicData>
        </a:graphic>
      </p:graphicFrame>
      <p:cxnSp>
        <p:nvCxnSpPr>
          <p:cNvPr id="4" name="Conector recto 3"/>
          <p:cNvCxnSpPr/>
          <p:nvPr/>
        </p:nvCxnSpPr>
        <p:spPr>
          <a:xfrm>
            <a:off x="6747835" y="9291150"/>
            <a:ext cx="459905" cy="0"/>
          </a:xfrm>
          <a:prstGeom prst="line">
            <a:avLst/>
          </a:prstGeom>
        </p:spPr>
        <p:style>
          <a:lnRef idx="1">
            <a:schemeClr val="dk1"/>
          </a:lnRef>
          <a:fillRef idx="0">
            <a:schemeClr val="dk1"/>
          </a:fillRef>
          <a:effectRef idx="0">
            <a:schemeClr val="dk1"/>
          </a:effectRef>
          <a:fontRef idx="minor">
            <a:schemeClr val="tx1"/>
          </a:fontRef>
        </p:style>
      </p:cxnSp>
      <p:cxnSp>
        <p:nvCxnSpPr>
          <p:cNvPr id="5" name="Conector recto 4"/>
          <p:cNvCxnSpPr/>
          <p:nvPr/>
        </p:nvCxnSpPr>
        <p:spPr>
          <a:xfrm flipV="1">
            <a:off x="7976560" y="9291150"/>
            <a:ext cx="459905" cy="1144"/>
          </a:xfrm>
          <a:prstGeom prst="line">
            <a:avLst/>
          </a:prstGeom>
        </p:spPr>
        <p:style>
          <a:lnRef idx="1">
            <a:schemeClr val="dk1"/>
          </a:lnRef>
          <a:fillRef idx="0">
            <a:schemeClr val="dk1"/>
          </a:fillRef>
          <a:effectRef idx="0">
            <a:schemeClr val="dk1"/>
          </a:effectRef>
          <a:fontRef idx="minor">
            <a:schemeClr val="tx1"/>
          </a:fontRef>
        </p:style>
      </p:cxnSp>
      <p:cxnSp>
        <p:nvCxnSpPr>
          <p:cNvPr id="6" name="Conector recto 5"/>
          <p:cNvCxnSpPr/>
          <p:nvPr/>
        </p:nvCxnSpPr>
        <p:spPr>
          <a:xfrm flipV="1">
            <a:off x="7442692" y="9481650"/>
            <a:ext cx="1927222" cy="2288"/>
          </a:xfrm>
          <a:prstGeom prst="line">
            <a:avLst/>
          </a:prstGeom>
        </p:spPr>
        <p:style>
          <a:lnRef idx="1">
            <a:schemeClr val="dk1"/>
          </a:lnRef>
          <a:fillRef idx="0">
            <a:schemeClr val="dk1"/>
          </a:fillRef>
          <a:effectRef idx="0">
            <a:schemeClr val="dk1"/>
          </a:effectRef>
          <a:fontRef idx="minor">
            <a:schemeClr val="tx1"/>
          </a:fontRef>
        </p:style>
      </p:cxnSp>
      <p:cxnSp>
        <p:nvCxnSpPr>
          <p:cNvPr id="7" name="Conector recto 6"/>
          <p:cNvCxnSpPr/>
          <p:nvPr/>
        </p:nvCxnSpPr>
        <p:spPr>
          <a:xfrm flipV="1">
            <a:off x="5570471" y="9491175"/>
            <a:ext cx="1675369" cy="2288"/>
          </a:xfrm>
          <a:prstGeom prst="line">
            <a:avLst/>
          </a:prstGeom>
        </p:spPr>
        <p:style>
          <a:lnRef idx="1">
            <a:schemeClr val="dk1"/>
          </a:lnRef>
          <a:fillRef idx="0">
            <a:schemeClr val="dk1"/>
          </a:fillRef>
          <a:effectRef idx="0">
            <a:schemeClr val="dk1"/>
          </a:effectRef>
          <a:fontRef idx="minor">
            <a:schemeClr val="tx1"/>
          </a:fontRef>
        </p:style>
      </p:cxnSp>
      <p:sp>
        <p:nvSpPr>
          <p:cNvPr id="12" name="CuadroTexto 11"/>
          <p:cNvSpPr txBox="1"/>
          <p:nvPr/>
        </p:nvSpPr>
        <p:spPr>
          <a:xfrm>
            <a:off x="128954" y="5626832"/>
            <a:ext cx="12063046" cy="584775"/>
          </a:xfrm>
          <a:prstGeom prst="rect">
            <a:avLst/>
          </a:prstGeom>
          <a:noFill/>
        </p:spPr>
        <p:txBody>
          <a:bodyPr wrap="square" rtlCol="0">
            <a:spAutoFit/>
          </a:bodyPr>
          <a:lstStyle/>
          <a:p>
            <a:r>
              <a:rPr lang="es-MX" sz="1600" b="1" dirty="0" smtClean="0">
                <a:latin typeface="Lato"/>
              </a:rPr>
              <a:t>Nota: </a:t>
            </a:r>
            <a:r>
              <a:rPr lang="es-MX" sz="1600" dirty="0" smtClean="0">
                <a:latin typeface="Lato"/>
              </a:rPr>
              <a:t>Asegurarse de que el proceso de observación es eficiente, de manera que las personas tienen tiempo suficiente para hacerlo.</a:t>
            </a:r>
            <a:endParaRPr lang="es-MX" sz="1600" dirty="0">
              <a:latin typeface="Lato"/>
            </a:endParaRPr>
          </a:p>
        </p:txBody>
      </p:sp>
      <p:sp>
        <p:nvSpPr>
          <p:cNvPr id="8" name="Rectángulo 7"/>
          <p:cNvSpPr/>
          <p:nvPr/>
        </p:nvSpPr>
        <p:spPr>
          <a:xfrm>
            <a:off x="2268750" y="88498"/>
            <a:ext cx="1484702" cy="523220"/>
          </a:xfrm>
          <a:prstGeom prst="rect">
            <a:avLst/>
          </a:prstGeom>
        </p:spPr>
        <p:txBody>
          <a:bodyPr wrap="none">
            <a:spAutoFit/>
          </a:bodyPr>
          <a:lstStyle/>
          <a:p>
            <a:r>
              <a:rPr lang="es-MX" sz="2800" dirty="0">
                <a:solidFill>
                  <a:schemeClr val="bg1"/>
                </a:solidFill>
                <a:latin typeface="Lato"/>
              </a:rPr>
              <a:t>Ejemplo</a:t>
            </a:r>
            <a:endParaRPr lang="es-MX" sz="2800" dirty="0">
              <a:solidFill>
                <a:schemeClr val="bg1"/>
              </a:solidFill>
              <a:latin typeface="Lato"/>
            </a:endParaRPr>
          </a:p>
        </p:txBody>
      </p:sp>
    </p:spTree>
    <p:extLst>
      <p:ext uri="{BB962C8B-B14F-4D97-AF65-F5344CB8AC3E}">
        <p14:creationId xmlns:p14="http://schemas.microsoft.com/office/powerpoint/2010/main" val="405458460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156796" y="1043878"/>
            <a:ext cx="11438791" cy="338554"/>
          </a:xfrm>
          <a:prstGeom prst="rect">
            <a:avLst/>
          </a:prstGeom>
        </p:spPr>
        <p:txBody>
          <a:bodyPr wrap="square">
            <a:spAutoFit/>
          </a:bodyPr>
          <a:lstStyle/>
          <a:p>
            <a:r>
              <a:rPr lang="es-MX" sz="1600" dirty="0">
                <a:solidFill>
                  <a:srgbClr val="0070C0"/>
                </a:solidFill>
                <a:latin typeface="Lato"/>
                <a:ea typeface="Arial Unicode MS" panose="020B0604020202020204" pitchFamily="34" charset="-128"/>
                <a:cs typeface="Arial Unicode MS" panose="020B0604020202020204" pitchFamily="34" charset="-128"/>
              </a:rPr>
              <a:t>Tiene el propósito de visualizar rápidamente qué factores o causas de una situación determinada son los más importantes. </a:t>
            </a:r>
            <a:endParaRPr lang="es-MX" sz="1600" dirty="0">
              <a:solidFill>
                <a:srgbClr val="0070C0"/>
              </a:solidFill>
              <a:latin typeface="Lato"/>
            </a:endParaRPr>
          </a:p>
        </p:txBody>
      </p:sp>
      <p:sp>
        <p:nvSpPr>
          <p:cNvPr id="4" name="CuadroTexto 3"/>
          <p:cNvSpPr txBox="1"/>
          <p:nvPr/>
        </p:nvSpPr>
        <p:spPr>
          <a:xfrm>
            <a:off x="345098" y="1613118"/>
            <a:ext cx="6017602" cy="1815882"/>
          </a:xfrm>
          <a:prstGeom prst="rect">
            <a:avLst/>
          </a:prstGeom>
          <a:noFill/>
        </p:spPr>
        <p:txBody>
          <a:bodyPr wrap="square" rtlCol="0">
            <a:spAutoFit/>
          </a:bodyPr>
          <a:lstStyle/>
          <a:p>
            <a:r>
              <a:rPr lang="es-MX" sz="1600" dirty="0">
                <a:latin typeface="Lato"/>
              </a:rPr>
              <a:t>El diagrama incluye: </a:t>
            </a:r>
          </a:p>
          <a:p>
            <a:endParaRPr lang="es-MX" sz="1600" dirty="0">
              <a:latin typeface="Lato"/>
            </a:endParaRPr>
          </a:p>
          <a:p>
            <a:pPr marL="285750" indent="-285750">
              <a:buFont typeface="Arial" panose="020B0604020202020204" pitchFamily="34" charset="0"/>
              <a:buChar char="•"/>
            </a:pPr>
            <a:r>
              <a:rPr lang="es-MX" sz="1600" dirty="0">
                <a:latin typeface="Lato"/>
              </a:rPr>
              <a:t>Los principales factores que influyen en una situación.</a:t>
            </a:r>
          </a:p>
          <a:p>
            <a:pPr marL="285750" indent="-285750">
              <a:buFont typeface="Arial" panose="020B0604020202020204" pitchFamily="34" charset="0"/>
              <a:buChar char="•"/>
            </a:pPr>
            <a:endParaRPr lang="es-MX" sz="1600" dirty="0">
              <a:latin typeface="Lato"/>
            </a:endParaRPr>
          </a:p>
          <a:p>
            <a:pPr marL="285750" indent="-285750">
              <a:buFont typeface="Arial" panose="020B0604020202020204" pitchFamily="34" charset="0"/>
              <a:buChar char="•"/>
            </a:pPr>
            <a:r>
              <a:rPr lang="es-MX" sz="1600" dirty="0">
                <a:latin typeface="Lato"/>
              </a:rPr>
              <a:t>El porcentaje que corresponde a cada uno de estos factores.</a:t>
            </a:r>
          </a:p>
          <a:p>
            <a:pPr marL="285750" indent="-285750">
              <a:buFont typeface="Arial" panose="020B0604020202020204" pitchFamily="34" charset="0"/>
              <a:buChar char="•"/>
            </a:pPr>
            <a:endParaRPr lang="es-MX" sz="1600" dirty="0">
              <a:latin typeface="Lato"/>
            </a:endParaRPr>
          </a:p>
          <a:p>
            <a:pPr marL="285750" indent="-285750">
              <a:buFont typeface="Arial" panose="020B0604020202020204" pitchFamily="34" charset="0"/>
              <a:buChar char="•"/>
            </a:pPr>
            <a:r>
              <a:rPr lang="es-MX" sz="1600" dirty="0">
                <a:latin typeface="Lato"/>
              </a:rPr>
              <a:t>El porcentaje acumulativo.</a:t>
            </a:r>
          </a:p>
        </p:txBody>
      </p:sp>
      <p:sp>
        <p:nvSpPr>
          <p:cNvPr id="5" name="CuadroTexto 4"/>
          <p:cNvSpPr txBox="1"/>
          <p:nvPr/>
        </p:nvSpPr>
        <p:spPr>
          <a:xfrm>
            <a:off x="5202967" y="3429001"/>
            <a:ext cx="6666346" cy="1815882"/>
          </a:xfrm>
          <a:prstGeom prst="rect">
            <a:avLst/>
          </a:prstGeom>
          <a:noFill/>
        </p:spPr>
        <p:txBody>
          <a:bodyPr wrap="square" rtlCol="0">
            <a:spAutoFit/>
          </a:bodyPr>
          <a:lstStyle/>
          <a:p>
            <a:pPr marL="285750" indent="-285750">
              <a:buFont typeface="Arial" panose="020B0604020202020204" pitchFamily="34" charset="0"/>
              <a:buChar char="•"/>
            </a:pPr>
            <a:r>
              <a:rPr lang="es-MX" sz="1600" dirty="0">
                <a:latin typeface="Lato"/>
              </a:rPr>
              <a:t>Demuestra gráficamente las diversas causas que afectan el resultado de la variable que estamos analizando.</a:t>
            </a:r>
          </a:p>
          <a:p>
            <a:pPr marL="285750" indent="-285750">
              <a:buFont typeface="Arial" panose="020B0604020202020204" pitchFamily="34" charset="0"/>
              <a:buChar char="•"/>
            </a:pPr>
            <a:endParaRPr lang="es-MX" sz="1600" dirty="0">
              <a:latin typeface="Lato"/>
            </a:endParaRPr>
          </a:p>
          <a:p>
            <a:pPr marL="285750" indent="-285750">
              <a:buFont typeface="Arial" panose="020B0604020202020204" pitchFamily="34" charset="0"/>
              <a:buChar char="•"/>
            </a:pPr>
            <a:r>
              <a:rPr lang="es-MX" sz="1600" dirty="0">
                <a:latin typeface="Lato"/>
              </a:rPr>
              <a:t>Determina las causas más importantes.</a:t>
            </a:r>
          </a:p>
          <a:p>
            <a:pPr marL="285750" indent="-285750">
              <a:buFont typeface="Arial" panose="020B0604020202020204" pitchFamily="34" charset="0"/>
              <a:buChar char="•"/>
            </a:pPr>
            <a:endParaRPr lang="es-MX" sz="1600" dirty="0">
              <a:latin typeface="Lato"/>
            </a:endParaRPr>
          </a:p>
          <a:p>
            <a:pPr marL="285750" indent="-285750">
              <a:buFont typeface="Arial" panose="020B0604020202020204" pitchFamily="34" charset="0"/>
              <a:buChar char="•"/>
            </a:pPr>
            <a:r>
              <a:rPr lang="es-MX" sz="1600" dirty="0">
                <a:latin typeface="Lato"/>
              </a:rPr>
              <a:t>Establece correcciones dando prioridad a aquellas pocas causas que contribuyan a la mayor parte del defecto.</a:t>
            </a:r>
          </a:p>
        </p:txBody>
      </p:sp>
      <p:pic>
        <p:nvPicPr>
          <p:cNvPr id="6" name="Imagen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2423" y="3797977"/>
            <a:ext cx="3203708" cy="1964825"/>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
        <p:nvSpPr>
          <p:cNvPr id="7" name="Rectángulo 6"/>
          <p:cNvSpPr/>
          <p:nvPr/>
        </p:nvSpPr>
        <p:spPr>
          <a:xfrm>
            <a:off x="5202967" y="3275112"/>
            <a:ext cx="1786066" cy="307777"/>
          </a:xfrm>
          <a:prstGeom prst="rect">
            <a:avLst/>
          </a:prstGeom>
        </p:spPr>
        <p:txBody>
          <a:bodyPr wrap="none">
            <a:spAutoFit/>
          </a:bodyPr>
          <a:lstStyle/>
          <a:p>
            <a:r>
              <a:rPr lang="es-MX" dirty="0">
                <a:solidFill>
                  <a:schemeClr val="bg1"/>
                </a:solidFill>
                <a:latin typeface="Lato"/>
              </a:rPr>
              <a:t>Diagrama de Pareto</a:t>
            </a:r>
            <a:endParaRPr lang="es-MX" dirty="0">
              <a:solidFill>
                <a:schemeClr val="bg1"/>
              </a:solidFill>
              <a:latin typeface="Lato"/>
            </a:endParaRPr>
          </a:p>
        </p:txBody>
      </p:sp>
      <p:sp>
        <p:nvSpPr>
          <p:cNvPr id="8" name="Rectángulo 7"/>
          <p:cNvSpPr/>
          <p:nvPr/>
        </p:nvSpPr>
        <p:spPr>
          <a:xfrm>
            <a:off x="2278792" y="146339"/>
            <a:ext cx="3405099" cy="523220"/>
          </a:xfrm>
          <a:prstGeom prst="rect">
            <a:avLst/>
          </a:prstGeom>
        </p:spPr>
        <p:txBody>
          <a:bodyPr wrap="none">
            <a:spAutoFit/>
          </a:bodyPr>
          <a:lstStyle/>
          <a:p>
            <a:r>
              <a:rPr lang="es-MX" sz="2800" dirty="0">
                <a:solidFill>
                  <a:schemeClr val="bg1"/>
                </a:solidFill>
                <a:latin typeface="Lato"/>
              </a:rPr>
              <a:t>Diagrama de Pareto</a:t>
            </a:r>
            <a:endParaRPr lang="es-MX" sz="2800" dirty="0">
              <a:solidFill>
                <a:schemeClr val="bg1"/>
              </a:solidFill>
              <a:latin typeface="Lato"/>
            </a:endParaRPr>
          </a:p>
        </p:txBody>
      </p:sp>
    </p:spTree>
    <p:extLst>
      <p:ext uri="{BB962C8B-B14F-4D97-AF65-F5344CB8AC3E}">
        <p14:creationId xmlns:p14="http://schemas.microsoft.com/office/powerpoint/2010/main" val="186976862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p:cNvSpPr txBox="1"/>
          <p:nvPr/>
        </p:nvSpPr>
        <p:spPr>
          <a:xfrm>
            <a:off x="61546" y="5526143"/>
            <a:ext cx="12130454" cy="307777"/>
          </a:xfrm>
          <a:prstGeom prst="rect">
            <a:avLst/>
          </a:prstGeom>
          <a:noFill/>
        </p:spPr>
        <p:txBody>
          <a:bodyPr wrap="square" rtlCol="0">
            <a:spAutoFit/>
          </a:bodyPr>
          <a:lstStyle/>
          <a:p>
            <a:r>
              <a:rPr lang="es-MX" b="1" dirty="0">
                <a:latin typeface="Lato"/>
              </a:rPr>
              <a:t>Tip: </a:t>
            </a:r>
            <a:r>
              <a:rPr lang="es-MX" dirty="0">
                <a:latin typeface="Lato"/>
              </a:rPr>
              <a:t>Si se tiene un problema complejo, el </a:t>
            </a:r>
            <a:r>
              <a:rPr lang="es-MX" dirty="0">
                <a:solidFill>
                  <a:srgbClr val="0070C0"/>
                </a:solidFill>
                <a:latin typeface="Lato"/>
              </a:rPr>
              <a:t>diagrama</a:t>
            </a:r>
            <a:r>
              <a:rPr lang="es-MX" dirty="0">
                <a:latin typeface="Lato"/>
              </a:rPr>
              <a:t> nos ayuda a desglosarlo en componentes menores para facilitar el análisis.</a:t>
            </a:r>
          </a:p>
        </p:txBody>
      </p:sp>
      <p:graphicFrame>
        <p:nvGraphicFramePr>
          <p:cNvPr id="8" name="Diagrama 7"/>
          <p:cNvGraphicFramePr/>
          <p:nvPr>
            <p:extLst>
              <p:ext uri="{D42A27DB-BD31-4B8C-83A1-F6EECF244321}">
                <p14:modId xmlns:p14="http://schemas.microsoft.com/office/powerpoint/2010/main" val="3490501359"/>
              </p:ext>
            </p:extLst>
          </p:nvPr>
        </p:nvGraphicFramePr>
        <p:xfrm>
          <a:off x="1708750" y="1067423"/>
          <a:ext cx="10214545" cy="43316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Rectángulo 2"/>
          <p:cNvSpPr/>
          <p:nvPr/>
        </p:nvSpPr>
        <p:spPr>
          <a:xfrm>
            <a:off x="2248364" y="109338"/>
            <a:ext cx="5825634" cy="523220"/>
          </a:xfrm>
          <a:prstGeom prst="rect">
            <a:avLst/>
          </a:prstGeom>
        </p:spPr>
        <p:txBody>
          <a:bodyPr wrap="none">
            <a:spAutoFit/>
          </a:bodyPr>
          <a:lstStyle/>
          <a:p>
            <a:r>
              <a:rPr lang="es-MX" sz="2800" dirty="0">
                <a:solidFill>
                  <a:schemeClr val="bg1"/>
                </a:solidFill>
                <a:latin typeface="Lato"/>
              </a:rPr>
              <a:t>¿Cómo se Desarrolla el Diagrama?</a:t>
            </a:r>
            <a:endParaRPr lang="es-MX" sz="2800" dirty="0">
              <a:solidFill>
                <a:schemeClr val="bg1"/>
              </a:solidFill>
              <a:latin typeface="Lato"/>
            </a:endParaRPr>
          </a:p>
        </p:txBody>
      </p:sp>
    </p:spTree>
    <p:extLst>
      <p:ext uri="{BB962C8B-B14F-4D97-AF65-F5344CB8AC3E}">
        <p14:creationId xmlns:p14="http://schemas.microsoft.com/office/powerpoint/2010/main" val="57778985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0" y="948213"/>
            <a:ext cx="11966331" cy="338554"/>
          </a:xfrm>
          <a:prstGeom prst="rect">
            <a:avLst/>
          </a:prstGeom>
        </p:spPr>
        <p:txBody>
          <a:bodyPr wrap="square">
            <a:spAutoFit/>
          </a:bodyPr>
          <a:lstStyle/>
          <a:p>
            <a:r>
              <a:rPr lang="es-MX" sz="1600" dirty="0">
                <a:solidFill>
                  <a:srgbClr val="0070C0"/>
                </a:solidFill>
                <a:latin typeface="Lato"/>
                <a:ea typeface="Arial Unicode MS" panose="020B0604020202020204" pitchFamily="34" charset="-128"/>
                <a:cs typeface="Arial Unicode MS" panose="020B0604020202020204" pitchFamily="34" charset="-128"/>
              </a:rPr>
              <a:t>Es una gráfica de barras que ilustra la frecuencia con la que ocurren cosas o eventos relacionados entre sí.</a:t>
            </a:r>
            <a:endParaRPr lang="es-MX" sz="1600" dirty="0">
              <a:solidFill>
                <a:srgbClr val="0070C0"/>
              </a:solidFill>
              <a:latin typeface="Lato"/>
            </a:endParaRPr>
          </a:p>
        </p:txBody>
      </p:sp>
      <p:sp>
        <p:nvSpPr>
          <p:cNvPr id="4" name="Rectángulo 3"/>
          <p:cNvSpPr/>
          <p:nvPr/>
        </p:nvSpPr>
        <p:spPr>
          <a:xfrm>
            <a:off x="482177" y="1597223"/>
            <a:ext cx="5240039" cy="584775"/>
          </a:xfrm>
          <a:prstGeom prst="rect">
            <a:avLst/>
          </a:prstGeom>
        </p:spPr>
        <p:txBody>
          <a:bodyPr wrap="square">
            <a:spAutoFit/>
          </a:bodyPr>
          <a:lstStyle/>
          <a:p>
            <a:pPr marL="285750" indent="-285750">
              <a:buFont typeface="Wingdings" panose="05000000000000000000" pitchFamily="2" charset="2"/>
              <a:buChar char="v"/>
            </a:pPr>
            <a:r>
              <a:rPr lang="es-MX" sz="1600" dirty="0">
                <a:latin typeface="Lato"/>
                <a:ea typeface="Arial Unicode MS" panose="020B0604020202020204" pitchFamily="34" charset="-128"/>
                <a:cs typeface="Arial Unicode MS" panose="020B0604020202020204" pitchFamily="34" charset="-128"/>
              </a:rPr>
              <a:t>Es utilizada para conocer cómo opera un proceso en un momento dado. </a:t>
            </a:r>
            <a:endParaRPr lang="es-MX" sz="1600" dirty="0">
              <a:latin typeface="Lato"/>
            </a:endParaRPr>
          </a:p>
        </p:txBody>
      </p:sp>
      <p:sp>
        <p:nvSpPr>
          <p:cNvPr id="6" name="CuadroTexto 5"/>
          <p:cNvSpPr txBox="1"/>
          <p:nvPr/>
        </p:nvSpPr>
        <p:spPr>
          <a:xfrm>
            <a:off x="6689416" y="1597223"/>
            <a:ext cx="5276915" cy="830997"/>
          </a:xfrm>
          <a:prstGeom prst="rect">
            <a:avLst/>
          </a:prstGeom>
          <a:noFill/>
        </p:spPr>
        <p:txBody>
          <a:bodyPr wrap="square" rtlCol="0">
            <a:spAutoFit/>
          </a:bodyPr>
          <a:lstStyle/>
          <a:p>
            <a:pPr marL="285750" indent="-285750">
              <a:buFont typeface="Wingdings" panose="05000000000000000000" pitchFamily="2" charset="2"/>
              <a:buChar char="v"/>
            </a:pPr>
            <a:r>
              <a:rPr lang="es-MX" sz="1600" dirty="0">
                <a:latin typeface="Lato"/>
              </a:rPr>
              <a:t>Nos permite tener una idea objetiva sobre la calidad de un producto o servicio, el desempeño de un proceso o el impacto de una acción de mejora.</a:t>
            </a:r>
          </a:p>
        </p:txBody>
      </p:sp>
      <p:sp>
        <p:nvSpPr>
          <p:cNvPr id="7" name="CuadroTexto 6"/>
          <p:cNvSpPr txBox="1"/>
          <p:nvPr/>
        </p:nvSpPr>
        <p:spPr>
          <a:xfrm>
            <a:off x="482177" y="3795788"/>
            <a:ext cx="5487800" cy="830997"/>
          </a:xfrm>
          <a:prstGeom prst="rect">
            <a:avLst/>
          </a:prstGeom>
          <a:noFill/>
        </p:spPr>
        <p:txBody>
          <a:bodyPr wrap="square" rtlCol="0">
            <a:spAutoFit/>
          </a:bodyPr>
          <a:lstStyle/>
          <a:p>
            <a:pPr marL="285750" indent="-285750">
              <a:buFont typeface="Wingdings" panose="05000000000000000000" pitchFamily="2" charset="2"/>
              <a:buChar char="v"/>
            </a:pPr>
            <a:r>
              <a:rPr lang="es-MX" sz="1600" dirty="0">
                <a:latin typeface="Lato"/>
              </a:rPr>
              <a:t>Permite tomar decisiones no solo con base en la media, sino también con base en la dispersión y formas especiales de comportamiento de los datos.</a:t>
            </a:r>
          </a:p>
        </p:txBody>
      </p:sp>
      <p:pic>
        <p:nvPicPr>
          <p:cNvPr id="5" name="Imagen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19605" y="3274604"/>
            <a:ext cx="3062212" cy="3062212"/>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
        <p:nvSpPr>
          <p:cNvPr id="8" name="Rectángulo 7"/>
          <p:cNvSpPr/>
          <p:nvPr/>
        </p:nvSpPr>
        <p:spPr>
          <a:xfrm>
            <a:off x="2336084" y="114537"/>
            <a:ext cx="2024913" cy="523220"/>
          </a:xfrm>
          <a:prstGeom prst="rect">
            <a:avLst/>
          </a:prstGeom>
        </p:spPr>
        <p:txBody>
          <a:bodyPr wrap="none">
            <a:spAutoFit/>
          </a:bodyPr>
          <a:lstStyle/>
          <a:p>
            <a:r>
              <a:rPr lang="es-MX" sz="2800" dirty="0">
                <a:solidFill>
                  <a:schemeClr val="bg1"/>
                </a:solidFill>
                <a:latin typeface="Lato"/>
              </a:rPr>
              <a:t>Histograma</a:t>
            </a:r>
            <a:endParaRPr lang="es-MX" sz="2800" dirty="0">
              <a:solidFill>
                <a:schemeClr val="bg1"/>
              </a:solidFill>
              <a:latin typeface="Lato"/>
            </a:endParaRPr>
          </a:p>
        </p:txBody>
      </p:sp>
    </p:spTree>
    <p:extLst>
      <p:ext uri="{BB962C8B-B14F-4D97-AF65-F5344CB8AC3E}">
        <p14:creationId xmlns:p14="http://schemas.microsoft.com/office/powerpoint/2010/main" val="87407561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p:cNvSpPr txBox="1"/>
          <p:nvPr/>
        </p:nvSpPr>
        <p:spPr>
          <a:xfrm>
            <a:off x="96376" y="2002045"/>
            <a:ext cx="8000804" cy="2031325"/>
          </a:xfrm>
          <a:prstGeom prst="rect">
            <a:avLst/>
          </a:prstGeom>
          <a:noFill/>
        </p:spPr>
        <p:txBody>
          <a:bodyPr wrap="square" rtlCol="0">
            <a:spAutoFit/>
          </a:bodyPr>
          <a:lstStyle/>
          <a:p>
            <a:pPr marL="285750" indent="-285750">
              <a:buFont typeface="Wingdings" panose="05000000000000000000" pitchFamily="2" charset="2"/>
              <a:buChar char="v"/>
            </a:pPr>
            <a:r>
              <a:rPr lang="es-MX" sz="1800" dirty="0">
                <a:latin typeface="Lato"/>
              </a:rPr>
              <a:t>La tendencia central de los datos.</a:t>
            </a:r>
          </a:p>
          <a:p>
            <a:pPr marL="285750" indent="-285750">
              <a:buFont typeface="Wingdings" panose="05000000000000000000" pitchFamily="2" charset="2"/>
              <a:buChar char="v"/>
            </a:pPr>
            <a:endParaRPr lang="es-MX" sz="1800" dirty="0">
              <a:latin typeface="Lato"/>
            </a:endParaRPr>
          </a:p>
          <a:p>
            <a:pPr marL="285750" indent="-285750">
              <a:buFont typeface="Wingdings" panose="05000000000000000000" pitchFamily="2" charset="2"/>
              <a:buChar char="v"/>
            </a:pPr>
            <a:r>
              <a:rPr lang="es-MX" sz="1800" dirty="0">
                <a:latin typeface="Lato"/>
              </a:rPr>
              <a:t>La cantidad de datos que hay en cada lectura.</a:t>
            </a:r>
          </a:p>
          <a:p>
            <a:pPr marL="285750" indent="-285750">
              <a:buFont typeface="Wingdings" panose="05000000000000000000" pitchFamily="2" charset="2"/>
              <a:buChar char="v"/>
            </a:pPr>
            <a:endParaRPr lang="es-MX" sz="1800" dirty="0">
              <a:latin typeface="Lato"/>
            </a:endParaRPr>
          </a:p>
          <a:p>
            <a:pPr marL="285750" indent="-285750">
              <a:buFont typeface="Wingdings" panose="05000000000000000000" pitchFamily="2" charset="2"/>
              <a:buChar char="v"/>
            </a:pPr>
            <a:r>
              <a:rPr lang="es-MX" sz="1800" dirty="0">
                <a:latin typeface="Lato"/>
              </a:rPr>
              <a:t>La dispersión de los datos entre sí.</a:t>
            </a:r>
          </a:p>
          <a:p>
            <a:pPr marL="285750" indent="-285750">
              <a:buFont typeface="Wingdings" panose="05000000000000000000" pitchFamily="2" charset="2"/>
              <a:buChar char="v"/>
            </a:pPr>
            <a:endParaRPr lang="es-MX" sz="1800" dirty="0">
              <a:latin typeface="Lato"/>
            </a:endParaRPr>
          </a:p>
          <a:p>
            <a:pPr marL="285750" indent="-285750">
              <a:buFont typeface="Wingdings" panose="05000000000000000000" pitchFamily="2" charset="2"/>
              <a:buChar char="v"/>
            </a:pPr>
            <a:r>
              <a:rPr lang="es-MX" sz="1800" dirty="0">
                <a:latin typeface="Lato"/>
              </a:rPr>
              <a:t>La eficacia de las medidas de mejora implementadas.</a:t>
            </a:r>
          </a:p>
        </p:txBody>
      </p:sp>
      <p:pic>
        <p:nvPicPr>
          <p:cNvPr id="4" name="Imagen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26277" y="3922775"/>
            <a:ext cx="4096103" cy="2130531"/>
          </a:xfrm>
          <a:prstGeom prst="rect">
            <a:avLst/>
          </a:prstGeom>
        </p:spPr>
      </p:pic>
      <p:sp>
        <p:nvSpPr>
          <p:cNvPr id="5" name="Rectángulo 4"/>
          <p:cNvSpPr/>
          <p:nvPr/>
        </p:nvSpPr>
        <p:spPr>
          <a:xfrm>
            <a:off x="2214838" y="113502"/>
            <a:ext cx="7223452" cy="523220"/>
          </a:xfrm>
          <a:prstGeom prst="rect">
            <a:avLst/>
          </a:prstGeom>
        </p:spPr>
        <p:txBody>
          <a:bodyPr wrap="none">
            <a:spAutoFit/>
          </a:bodyPr>
          <a:lstStyle/>
          <a:p>
            <a:r>
              <a:rPr lang="es-MX" sz="2800" dirty="0">
                <a:solidFill>
                  <a:schemeClr val="bg1"/>
                </a:solidFill>
                <a:latin typeface="Lato"/>
              </a:rPr>
              <a:t>Que nos permiten observar el Histograma…</a:t>
            </a:r>
            <a:endParaRPr lang="es-MX" sz="2800" dirty="0">
              <a:solidFill>
                <a:schemeClr val="bg1"/>
              </a:solidFill>
              <a:latin typeface="Lato"/>
            </a:endParaRPr>
          </a:p>
        </p:txBody>
      </p:sp>
    </p:spTree>
    <p:extLst>
      <p:ext uri="{BB962C8B-B14F-4D97-AF65-F5344CB8AC3E}">
        <p14:creationId xmlns:p14="http://schemas.microsoft.com/office/powerpoint/2010/main" val="292527897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upo 13"/>
          <p:cNvGrpSpPr/>
          <p:nvPr/>
        </p:nvGrpSpPr>
        <p:grpSpPr>
          <a:xfrm>
            <a:off x="2627006" y="1388461"/>
            <a:ext cx="7078576" cy="3891263"/>
            <a:chOff x="2541281" y="2321911"/>
            <a:chExt cx="7078576" cy="3891263"/>
          </a:xfrm>
        </p:grpSpPr>
        <p:sp>
          <p:nvSpPr>
            <p:cNvPr id="12" name="Rectángulo redondeado 11"/>
            <p:cNvSpPr/>
            <p:nvPr/>
          </p:nvSpPr>
          <p:spPr>
            <a:xfrm>
              <a:off x="2541283" y="5628399"/>
              <a:ext cx="7078574" cy="584775"/>
            </a:xfrm>
            <a:prstGeom prst="roundRect">
              <a:avLst/>
            </a:prstGeom>
            <a:solidFill>
              <a:schemeClr val="accent6">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latin typeface="Lato"/>
              </a:endParaRPr>
            </a:p>
          </p:txBody>
        </p:sp>
        <p:sp>
          <p:nvSpPr>
            <p:cNvPr id="11" name="Rectángulo redondeado 10"/>
            <p:cNvSpPr/>
            <p:nvPr/>
          </p:nvSpPr>
          <p:spPr>
            <a:xfrm>
              <a:off x="2541281" y="4753499"/>
              <a:ext cx="7078574" cy="584775"/>
            </a:xfrm>
            <a:prstGeom prst="roundRect">
              <a:avLst/>
            </a:prstGeom>
            <a:solidFill>
              <a:schemeClr val="accent6">
                <a:lumMod val="40000"/>
                <a:lumOff val="6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latin typeface="Lato"/>
              </a:endParaRPr>
            </a:p>
          </p:txBody>
        </p:sp>
        <p:sp>
          <p:nvSpPr>
            <p:cNvPr id="10" name="Rectángulo redondeado 9"/>
            <p:cNvSpPr/>
            <p:nvPr/>
          </p:nvSpPr>
          <p:spPr>
            <a:xfrm>
              <a:off x="2541283" y="3872059"/>
              <a:ext cx="7078574" cy="584775"/>
            </a:xfrm>
            <a:prstGeom prst="roundRect">
              <a:avLst/>
            </a:prstGeom>
            <a:solidFill>
              <a:schemeClr val="accent6">
                <a:lumMod val="60000"/>
                <a:lumOff val="4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latin typeface="Lato"/>
              </a:endParaRPr>
            </a:p>
          </p:txBody>
        </p:sp>
        <p:sp>
          <p:nvSpPr>
            <p:cNvPr id="9" name="Rectángulo redondeado 8"/>
            <p:cNvSpPr/>
            <p:nvPr/>
          </p:nvSpPr>
          <p:spPr>
            <a:xfrm>
              <a:off x="2541281" y="3084866"/>
              <a:ext cx="7078574" cy="584775"/>
            </a:xfrm>
            <a:prstGeom prst="round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latin typeface="Lato"/>
              </a:endParaRPr>
            </a:p>
          </p:txBody>
        </p:sp>
        <p:sp>
          <p:nvSpPr>
            <p:cNvPr id="5" name="Rectángulo redondeado 4"/>
            <p:cNvSpPr/>
            <p:nvPr/>
          </p:nvSpPr>
          <p:spPr>
            <a:xfrm>
              <a:off x="2541283" y="2321911"/>
              <a:ext cx="7078574" cy="584775"/>
            </a:xfrm>
            <a:prstGeom prst="roundRect">
              <a:avLst/>
            </a:prstGeom>
            <a:solidFill>
              <a:srgbClr val="00B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latin typeface="Lato"/>
              </a:endParaRPr>
            </a:p>
          </p:txBody>
        </p:sp>
        <p:sp>
          <p:nvSpPr>
            <p:cNvPr id="3" name="CuadroTexto 2"/>
            <p:cNvSpPr txBox="1"/>
            <p:nvPr/>
          </p:nvSpPr>
          <p:spPr>
            <a:xfrm>
              <a:off x="2541283" y="2321911"/>
              <a:ext cx="6919414" cy="584775"/>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marL="285750" indent="-285750">
                <a:buFont typeface="Wingdings" panose="05000000000000000000" pitchFamily="2" charset="2"/>
                <a:buChar char="ü"/>
              </a:pPr>
              <a:r>
                <a:rPr lang="es-ES" sz="1600" dirty="0">
                  <a:latin typeface="Lato"/>
                </a:rPr>
                <a:t>Obtener una comunicación clara y efectiva de la variabilidad del sistema.</a:t>
              </a:r>
              <a:endParaRPr lang="es-MX" sz="1600" dirty="0">
                <a:latin typeface="Lato"/>
              </a:endParaRPr>
            </a:p>
          </p:txBody>
        </p:sp>
        <p:sp>
          <p:nvSpPr>
            <p:cNvPr id="4" name="CuadroTexto 3"/>
            <p:cNvSpPr txBox="1"/>
            <p:nvPr/>
          </p:nvSpPr>
          <p:spPr>
            <a:xfrm>
              <a:off x="2541284" y="3207133"/>
              <a:ext cx="6796585" cy="338554"/>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marL="285750" indent="-285750">
                <a:buFont typeface="Wingdings" panose="05000000000000000000" pitchFamily="2" charset="2"/>
                <a:buChar char="ü"/>
              </a:pPr>
              <a:r>
                <a:rPr lang="es-MX" sz="1600" dirty="0">
                  <a:latin typeface="Lato"/>
                </a:rPr>
                <a:t>Mostrar el resultado de un cambio en el sistema.</a:t>
              </a:r>
            </a:p>
          </p:txBody>
        </p:sp>
        <p:sp>
          <p:nvSpPr>
            <p:cNvPr id="6" name="CuadroTexto 5"/>
            <p:cNvSpPr txBox="1"/>
            <p:nvPr/>
          </p:nvSpPr>
          <p:spPr>
            <a:xfrm>
              <a:off x="2541283" y="3878599"/>
              <a:ext cx="6796585" cy="584775"/>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marL="285750" indent="-285750">
                <a:buFont typeface="Wingdings" panose="05000000000000000000" pitchFamily="2" charset="2"/>
                <a:buChar char="ü"/>
              </a:pPr>
              <a:r>
                <a:rPr lang="es-MX" sz="1600" dirty="0">
                  <a:latin typeface="Lato"/>
                </a:rPr>
                <a:t>Comprobar el grado de cumplimiento de las especificaciones de los límites determinados en los resultados de los procesos.</a:t>
              </a:r>
            </a:p>
          </p:txBody>
        </p:sp>
        <p:sp>
          <p:nvSpPr>
            <p:cNvPr id="7" name="CuadroTexto 6"/>
            <p:cNvSpPr txBox="1"/>
            <p:nvPr/>
          </p:nvSpPr>
          <p:spPr>
            <a:xfrm>
              <a:off x="2541283" y="4870532"/>
              <a:ext cx="6578221" cy="338554"/>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marL="285750" indent="-285750">
                <a:buFont typeface="Wingdings" panose="05000000000000000000" pitchFamily="2" charset="2"/>
                <a:buChar char="ü"/>
              </a:pPr>
              <a:r>
                <a:rPr lang="es-MX" sz="1600" dirty="0">
                  <a:latin typeface="Lato"/>
                </a:rPr>
                <a:t>Identificar anormalidades examinando la forma.</a:t>
              </a:r>
            </a:p>
          </p:txBody>
        </p:sp>
        <p:sp>
          <p:nvSpPr>
            <p:cNvPr id="8" name="CuadroTexto 7"/>
            <p:cNvSpPr txBox="1"/>
            <p:nvPr/>
          </p:nvSpPr>
          <p:spPr>
            <a:xfrm>
              <a:off x="2541282" y="5710599"/>
              <a:ext cx="6578221" cy="338554"/>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marL="285750" indent="-285750">
                <a:buFont typeface="Wingdings" panose="05000000000000000000" pitchFamily="2" charset="2"/>
                <a:buChar char="ü"/>
              </a:pPr>
              <a:r>
                <a:rPr lang="es-MX" sz="1600" dirty="0">
                  <a:latin typeface="Lato"/>
                </a:rPr>
                <a:t>Comparar la variabilidad con los límites de especificación.</a:t>
              </a:r>
            </a:p>
          </p:txBody>
        </p:sp>
      </p:grpSp>
      <p:sp>
        <p:nvSpPr>
          <p:cNvPr id="13" name="Rectángulo 12"/>
          <p:cNvSpPr/>
          <p:nvPr/>
        </p:nvSpPr>
        <p:spPr>
          <a:xfrm>
            <a:off x="2299045" y="133528"/>
            <a:ext cx="5543505" cy="523220"/>
          </a:xfrm>
          <a:prstGeom prst="rect">
            <a:avLst/>
          </a:prstGeom>
        </p:spPr>
        <p:txBody>
          <a:bodyPr wrap="none">
            <a:spAutoFit/>
          </a:bodyPr>
          <a:lstStyle/>
          <a:p>
            <a:r>
              <a:rPr lang="es-MX" sz="2800" dirty="0">
                <a:solidFill>
                  <a:schemeClr val="bg1"/>
                </a:solidFill>
                <a:latin typeface="Lato"/>
              </a:rPr>
              <a:t>Histograma ¿Para qué nos sirve?</a:t>
            </a:r>
            <a:endParaRPr lang="es-MX" sz="2800" dirty="0">
              <a:solidFill>
                <a:schemeClr val="bg1"/>
              </a:solidFill>
              <a:latin typeface="Lato"/>
            </a:endParaRPr>
          </a:p>
        </p:txBody>
      </p:sp>
    </p:spTree>
    <p:extLst>
      <p:ext uri="{BB962C8B-B14F-4D97-AF65-F5344CB8AC3E}">
        <p14:creationId xmlns:p14="http://schemas.microsoft.com/office/powerpoint/2010/main" val="176878413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Grupo 19"/>
          <p:cNvGrpSpPr/>
          <p:nvPr/>
        </p:nvGrpSpPr>
        <p:grpSpPr>
          <a:xfrm>
            <a:off x="1694279" y="1006446"/>
            <a:ext cx="8939284" cy="5025998"/>
            <a:chOff x="1684754" y="1473171"/>
            <a:chExt cx="8939284" cy="5025998"/>
          </a:xfrm>
        </p:grpSpPr>
        <p:sp>
          <p:nvSpPr>
            <p:cNvPr id="18" name="Rectángulo redondeado 17"/>
            <p:cNvSpPr/>
            <p:nvPr/>
          </p:nvSpPr>
          <p:spPr>
            <a:xfrm>
              <a:off x="5989087" y="5175730"/>
              <a:ext cx="3887711" cy="1323439"/>
            </a:xfrm>
            <a:prstGeom prst="roundRect">
              <a:avLst/>
            </a:prstGeom>
            <a:solidFill>
              <a:srgbClr val="FFCCCC">
                <a:alpha val="34000"/>
              </a:srgbClr>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latin typeface="Lato"/>
              </a:endParaRPr>
            </a:p>
          </p:txBody>
        </p:sp>
        <p:sp>
          <p:nvSpPr>
            <p:cNvPr id="17" name="Rectángulo redondeado 16"/>
            <p:cNvSpPr/>
            <p:nvPr/>
          </p:nvSpPr>
          <p:spPr>
            <a:xfrm>
              <a:off x="2930114" y="5363141"/>
              <a:ext cx="2838323" cy="1077218"/>
            </a:xfrm>
            <a:prstGeom prst="roundRect">
              <a:avLst/>
            </a:prstGeom>
            <a:solidFill>
              <a:srgbClr val="FFCC99">
                <a:alpha val="42000"/>
              </a:srgbClr>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latin typeface="Lato"/>
              </a:endParaRPr>
            </a:p>
          </p:txBody>
        </p:sp>
        <p:sp>
          <p:nvSpPr>
            <p:cNvPr id="16" name="Rectángulo redondeado 15"/>
            <p:cNvSpPr/>
            <p:nvPr/>
          </p:nvSpPr>
          <p:spPr>
            <a:xfrm>
              <a:off x="7962723" y="3573438"/>
              <a:ext cx="2634019" cy="1077218"/>
            </a:xfrm>
            <a:prstGeom prst="roundRect">
              <a:avLst/>
            </a:prstGeom>
            <a:solidFill>
              <a:srgbClr val="FFCC66">
                <a:alpha val="44000"/>
              </a:srgbClr>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latin typeface="Lato"/>
              </a:endParaRPr>
            </a:p>
          </p:txBody>
        </p:sp>
        <p:sp>
          <p:nvSpPr>
            <p:cNvPr id="15" name="Rectángulo redondeado 14"/>
            <p:cNvSpPr/>
            <p:nvPr/>
          </p:nvSpPr>
          <p:spPr>
            <a:xfrm>
              <a:off x="4752329" y="3721900"/>
              <a:ext cx="2941093" cy="928757"/>
            </a:xfrm>
            <a:prstGeom prst="roundRect">
              <a:avLst/>
            </a:prstGeom>
            <a:solidFill>
              <a:srgbClr val="FFC000">
                <a:alpha val="40000"/>
              </a:srgbClr>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latin typeface="Lato"/>
              </a:endParaRPr>
            </a:p>
          </p:txBody>
        </p:sp>
        <p:sp>
          <p:nvSpPr>
            <p:cNvPr id="14" name="Rectángulo redondeado 13"/>
            <p:cNvSpPr/>
            <p:nvPr/>
          </p:nvSpPr>
          <p:spPr>
            <a:xfrm>
              <a:off x="1879284" y="3465099"/>
              <a:ext cx="2575775" cy="1414071"/>
            </a:xfrm>
            <a:prstGeom prst="roundRect">
              <a:avLst/>
            </a:prstGeom>
            <a:solidFill>
              <a:srgbClr val="FF9900">
                <a:alpha val="36000"/>
              </a:srgbClr>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200" dirty="0">
                <a:latin typeface="Lato"/>
              </a:endParaRPr>
            </a:p>
          </p:txBody>
        </p:sp>
        <p:sp>
          <p:nvSpPr>
            <p:cNvPr id="13" name="Rectángulo redondeado 12"/>
            <p:cNvSpPr/>
            <p:nvPr/>
          </p:nvSpPr>
          <p:spPr>
            <a:xfrm>
              <a:off x="7935429" y="1504287"/>
              <a:ext cx="2634018" cy="1538545"/>
            </a:xfrm>
            <a:prstGeom prst="roundRect">
              <a:avLst/>
            </a:prstGeom>
            <a:solidFill>
              <a:srgbClr val="FF9933">
                <a:alpha val="36000"/>
              </a:srgbClr>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latin typeface="Lato"/>
              </a:endParaRPr>
            </a:p>
          </p:txBody>
        </p:sp>
        <p:sp>
          <p:nvSpPr>
            <p:cNvPr id="12" name="Rectángulo redondeado 11"/>
            <p:cNvSpPr/>
            <p:nvPr/>
          </p:nvSpPr>
          <p:spPr>
            <a:xfrm>
              <a:off x="4885154" y="1473171"/>
              <a:ext cx="2784144" cy="1569660"/>
            </a:xfrm>
            <a:prstGeom prst="roundRect">
              <a:avLst/>
            </a:prstGeom>
            <a:solidFill>
              <a:srgbClr val="FF6600">
                <a:alpha val="30000"/>
              </a:srgbClr>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latin typeface="Lato"/>
              </a:endParaRPr>
            </a:p>
          </p:txBody>
        </p:sp>
        <p:sp>
          <p:nvSpPr>
            <p:cNvPr id="10" name="Rectángulo redondeado 9"/>
            <p:cNvSpPr/>
            <p:nvPr/>
          </p:nvSpPr>
          <p:spPr>
            <a:xfrm>
              <a:off x="1684754" y="1473171"/>
              <a:ext cx="2934268" cy="1569660"/>
            </a:xfrm>
            <a:prstGeom prst="roundRect">
              <a:avLst/>
            </a:prstGeom>
            <a:solidFill>
              <a:srgbClr val="FF0000">
                <a:alpha val="24000"/>
              </a:srgbClr>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latin typeface="Lato"/>
              </a:endParaRPr>
            </a:p>
          </p:txBody>
        </p:sp>
        <p:sp>
          <p:nvSpPr>
            <p:cNvPr id="3" name="CuadroTexto 2"/>
            <p:cNvSpPr txBox="1"/>
            <p:nvPr/>
          </p:nvSpPr>
          <p:spPr>
            <a:xfrm>
              <a:off x="1684755" y="1630974"/>
              <a:ext cx="2934268" cy="1169551"/>
            </a:xfrm>
            <a:prstGeom prst="rect">
              <a:avLst/>
            </a:prstGeom>
            <a:no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rtlCol="0">
              <a:spAutoFit/>
            </a:bodyPr>
            <a:lstStyle/>
            <a:p>
              <a:pPr algn="ctr"/>
              <a:r>
                <a:rPr lang="es-ES" b="1" dirty="0">
                  <a:latin typeface="Lato"/>
                </a:rPr>
                <a:t>Acopio y registro de datos. </a:t>
              </a:r>
              <a:r>
                <a:rPr lang="es-MX" dirty="0">
                  <a:latin typeface="Lato"/>
                </a:rPr>
                <a:t>Una vez seleccionada la variable del proceso que se pretende estudiar, se recopilan los datos correspondientes. </a:t>
              </a:r>
            </a:p>
          </p:txBody>
        </p:sp>
        <p:sp>
          <p:nvSpPr>
            <p:cNvPr id="4" name="CuadroTexto 3"/>
            <p:cNvSpPr txBox="1"/>
            <p:nvPr/>
          </p:nvSpPr>
          <p:spPr>
            <a:xfrm>
              <a:off x="4885154" y="1504287"/>
              <a:ext cx="2838734" cy="1169551"/>
            </a:xfrm>
            <a:prstGeom prst="rect">
              <a:avLst/>
            </a:prstGeom>
            <a:no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rtlCol="0">
              <a:spAutoFit/>
            </a:bodyPr>
            <a:lstStyle/>
            <a:p>
              <a:pPr algn="ctr"/>
              <a:r>
                <a:rPr lang="es-MX" b="1" dirty="0">
                  <a:latin typeface="Lato"/>
                </a:rPr>
                <a:t>Determinar el rango del conjunto de datos. </a:t>
              </a:r>
              <a:r>
                <a:rPr lang="es-ES" dirty="0">
                  <a:latin typeface="Lato"/>
                </a:rPr>
                <a:t>Obteniendo la diferencia entre el valor máximo y mínimo. El rango debe ser número positivo.</a:t>
              </a:r>
              <a:endParaRPr lang="es-MX" dirty="0">
                <a:latin typeface="Lato"/>
              </a:endParaRPr>
            </a:p>
          </p:txBody>
        </p:sp>
        <p:sp>
          <p:nvSpPr>
            <p:cNvPr id="5" name="CuadroTexto 4"/>
            <p:cNvSpPr txBox="1"/>
            <p:nvPr/>
          </p:nvSpPr>
          <p:spPr>
            <a:xfrm>
              <a:off x="7990020" y="1473172"/>
              <a:ext cx="2634018" cy="1169551"/>
            </a:xfrm>
            <a:prstGeom prst="rect">
              <a:avLst/>
            </a:prstGeom>
            <a:no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rtlCol="0">
              <a:spAutoFit/>
            </a:bodyPr>
            <a:lstStyle/>
            <a:p>
              <a:pPr algn="ctr"/>
              <a:r>
                <a:rPr lang="es-ES" b="1" dirty="0">
                  <a:latin typeface="Lato"/>
                </a:rPr>
                <a:t>Precisar el número de intervalos y su amplitud. </a:t>
              </a:r>
              <a:r>
                <a:rPr lang="es-MX" dirty="0">
                  <a:latin typeface="Lato"/>
                </a:rPr>
                <a:t>Precisar el número de intervalos (k) en función del número de datos disponibles. </a:t>
              </a:r>
            </a:p>
          </p:txBody>
        </p:sp>
        <p:sp>
          <p:nvSpPr>
            <p:cNvPr id="6" name="Rectángulo 5"/>
            <p:cNvSpPr/>
            <p:nvPr/>
          </p:nvSpPr>
          <p:spPr>
            <a:xfrm>
              <a:off x="2008888" y="3568350"/>
              <a:ext cx="2286000" cy="954107"/>
            </a:xfrm>
            <a:prstGeom prst="rect">
              <a:avLst/>
            </a:prstGeom>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a:spAutoFit/>
            </a:bodyPr>
            <a:lstStyle/>
            <a:p>
              <a:pPr algn="ctr"/>
              <a:r>
                <a:rPr lang="es-ES" b="1" dirty="0">
                  <a:latin typeface="Lato"/>
                  <a:ea typeface="Arial" panose="020B0604020202020204" pitchFamily="34" charset="0"/>
                  <a:cs typeface="Arial" panose="020B0604020202020204" pitchFamily="34" charset="0"/>
                </a:rPr>
                <a:t>Determinar los límites de los intervalos. </a:t>
              </a:r>
              <a:r>
                <a:rPr lang="es-ES" dirty="0">
                  <a:latin typeface="Lato"/>
                  <a:ea typeface="Arial" panose="020B0604020202020204" pitchFamily="34" charset="0"/>
                  <a:cs typeface="Arial" panose="020B0604020202020204" pitchFamily="34" charset="0"/>
                </a:rPr>
                <a:t>Permitirá</a:t>
              </a:r>
              <a:r>
                <a:rPr lang="es-MX" dirty="0">
                  <a:latin typeface="Lato"/>
                  <a:ea typeface="Arial Unicode MS" panose="020B0604020202020204" pitchFamily="34" charset="-128"/>
                  <a:cs typeface="Arial Unicode MS" panose="020B0604020202020204" pitchFamily="34" charset="-128"/>
                </a:rPr>
                <a:t> agrupar definitivamente los datos.</a:t>
              </a:r>
              <a:endParaRPr lang="es-MX" dirty="0">
                <a:latin typeface="Lato"/>
              </a:endParaRPr>
            </a:p>
          </p:txBody>
        </p:sp>
        <p:sp>
          <p:nvSpPr>
            <p:cNvPr id="7" name="Rectángulo 6"/>
            <p:cNvSpPr/>
            <p:nvPr/>
          </p:nvSpPr>
          <p:spPr>
            <a:xfrm>
              <a:off x="4885155" y="3770026"/>
              <a:ext cx="2818263" cy="738664"/>
            </a:xfrm>
            <a:prstGeom prst="rect">
              <a:avLst/>
            </a:prstGeom>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a:spAutoFit/>
            </a:bodyPr>
            <a:lstStyle/>
            <a:p>
              <a:pPr algn="ctr"/>
              <a:r>
                <a:rPr lang="es-ES" b="1" dirty="0">
                  <a:latin typeface="Lato"/>
                  <a:ea typeface="Arial" panose="020B0604020202020204" pitchFamily="34" charset="0"/>
                  <a:cs typeface="Arial" panose="020B0604020202020204" pitchFamily="34" charset="0"/>
                </a:rPr>
                <a:t>Obtener las marcas de clase de los intervalos. </a:t>
              </a:r>
            </a:p>
            <a:p>
              <a:pPr algn="ctr"/>
              <a:r>
                <a:rPr lang="es-MX" dirty="0">
                  <a:latin typeface="Lato"/>
                  <a:ea typeface="Arial Unicode MS" panose="020B0604020202020204" pitchFamily="34" charset="-128"/>
                  <a:cs typeface="Arial Unicode MS" panose="020B0604020202020204" pitchFamily="34" charset="-128"/>
                </a:rPr>
                <a:t>Se calcula el intervalo.</a:t>
              </a:r>
              <a:endParaRPr lang="es-MX" dirty="0">
                <a:latin typeface="Lato"/>
              </a:endParaRPr>
            </a:p>
          </p:txBody>
        </p:sp>
        <p:sp>
          <p:nvSpPr>
            <p:cNvPr id="8" name="Rectángulo 7"/>
            <p:cNvSpPr/>
            <p:nvPr/>
          </p:nvSpPr>
          <p:spPr>
            <a:xfrm>
              <a:off x="7935429" y="3597692"/>
              <a:ext cx="2688609" cy="738664"/>
            </a:xfrm>
            <a:prstGeom prst="rect">
              <a:avLst/>
            </a:prstGeom>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a:spAutoFit/>
            </a:bodyPr>
            <a:lstStyle/>
            <a:p>
              <a:pPr algn="ctr"/>
              <a:r>
                <a:rPr lang="es-ES" b="1" dirty="0">
                  <a:latin typeface="Lato"/>
                  <a:ea typeface="Arial" panose="020B0604020202020204" pitchFamily="34" charset="0"/>
                  <a:cs typeface="Arial" panose="020B0604020202020204" pitchFamily="34" charset="0"/>
                </a:rPr>
                <a:t>Construir una tabla de frecuencias. </a:t>
              </a:r>
              <a:r>
                <a:rPr lang="es-MX" dirty="0">
                  <a:latin typeface="Lato"/>
                  <a:ea typeface="Arial Unicode MS" panose="020B0604020202020204" pitchFamily="34" charset="-128"/>
                  <a:cs typeface="Arial Unicode MS" panose="020B0604020202020204" pitchFamily="34" charset="-128"/>
                </a:rPr>
                <a:t>Registrando los valores límite de los intervalos.</a:t>
              </a:r>
              <a:endParaRPr lang="es-MX" dirty="0">
                <a:latin typeface="Lato"/>
              </a:endParaRPr>
            </a:p>
          </p:txBody>
        </p:sp>
        <p:sp>
          <p:nvSpPr>
            <p:cNvPr id="9" name="Rectángulo 8"/>
            <p:cNvSpPr/>
            <p:nvPr/>
          </p:nvSpPr>
          <p:spPr>
            <a:xfrm>
              <a:off x="2930113" y="5396666"/>
              <a:ext cx="2904694" cy="738664"/>
            </a:xfrm>
            <a:prstGeom prst="rect">
              <a:avLst/>
            </a:prstGeom>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a:spAutoFit/>
            </a:bodyPr>
            <a:lstStyle/>
            <a:p>
              <a:pPr algn="ctr"/>
              <a:r>
                <a:rPr lang="es-ES" b="1" dirty="0">
                  <a:latin typeface="Lato"/>
                  <a:ea typeface="Arial" panose="020B0604020202020204" pitchFamily="34" charset="0"/>
                  <a:cs typeface="Arial" panose="020B0604020202020204" pitchFamily="34" charset="0"/>
                </a:rPr>
                <a:t>Dibujar el Histograma. </a:t>
              </a:r>
              <a:r>
                <a:rPr lang="es-MX" dirty="0">
                  <a:latin typeface="Lato"/>
                  <a:ea typeface="Arial Unicode MS" panose="020B0604020202020204" pitchFamily="34" charset="-128"/>
                  <a:cs typeface="Arial Unicode MS" panose="020B0604020202020204" pitchFamily="34" charset="-128"/>
                </a:rPr>
                <a:t>Concentrar toda la información acumulada hasta entonces.</a:t>
              </a:r>
              <a:endParaRPr lang="es-MX" dirty="0">
                <a:latin typeface="Lato"/>
              </a:endParaRPr>
            </a:p>
          </p:txBody>
        </p:sp>
        <p:sp>
          <p:nvSpPr>
            <p:cNvPr id="11" name="CuadroTexto 10"/>
            <p:cNvSpPr txBox="1"/>
            <p:nvPr/>
          </p:nvSpPr>
          <p:spPr>
            <a:xfrm>
              <a:off x="5994060" y="5326483"/>
              <a:ext cx="3882739" cy="954107"/>
            </a:xfrm>
            <a:prstGeom prst="rect">
              <a:avLst/>
            </a:prstGeom>
            <a:no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rtlCol="0">
              <a:spAutoFit/>
            </a:bodyPr>
            <a:lstStyle/>
            <a:p>
              <a:pPr algn="ctr"/>
              <a:r>
                <a:rPr lang="es-MX" b="1" dirty="0">
                  <a:latin typeface="Lato"/>
                </a:rPr>
                <a:t>Interpretación. </a:t>
              </a:r>
              <a:r>
                <a:rPr lang="es-MX" dirty="0">
                  <a:latin typeface="Lato"/>
                </a:rPr>
                <a:t>Un histograma da respuesta a la cuestión de si el proceso produce buenos resultados y a si éstos están o no dentro de las especificaciones.</a:t>
              </a:r>
            </a:p>
          </p:txBody>
        </p:sp>
      </p:grpSp>
      <p:sp>
        <p:nvSpPr>
          <p:cNvPr id="19" name="Rectángulo 18"/>
          <p:cNvSpPr/>
          <p:nvPr/>
        </p:nvSpPr>
        <p:spPr>
          <a:xfrm>
            <a:off x="2166267" y="156023"/>
            <a:ext cx="4905510" cy="523220"/>
          </a:xfrm>
          <a:prstGeom prst="rect">
            <a:avLst/>
          </a:prstGeom>
        </p:spPr>
        <p:txBody>
          <a:bodyPr wrap="none">
            <a:spAutoFit/>
          </a:bodyPr>
          <a:lstStyle/>
          <a:p>
            <a:r>
              <a:rPr lang="es-MX" sz="2800" dirty="0">
                <a:solidFill>
                  <a:schemeClr val="bg1"/>
                </a:solidFill>
                <a:latin typeface="Lato"/>
              </a:rPr>
              <a:t>¿Cómo hago un Histograma?</a:t>
            </a:r>
            <a:endParaRPr lang="es-MX" sz="2800" dirty="0">
              <a:solidFill>
                <a:schemeClr val="bg1"/>
              </a:solidFill>
              <a:latin typeface="Lato"/>
            </a:endParaRPr>
          </a:p>
        </p:txBody>
      </p:sp>
    </p:spTree>
    <p:extLst>
      <p:ext uri="{BB962C8B-B14F-4D97-AF65-F5344CB8AC3E}">
        <p14:creationId xmlns:p14="http://schemas.microsoft.com/office/powerpoint/2010/main" val="416373065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201722" y="868837"/>
            <a:ext cx="11791485" cy="338554"/>
          </a:xfrm>
          <a:prstGeom prst="rect">
            <a:avLst/>
          </a:prstGeom>
        </p:spPr>
        <p:txBody>
          <a:bodyPr wrap="square">
            <a:spAutoFit/>
          </a:bodyPr>
          <a:lstStyle/>
          <a:p>
            <a:r>
              <a:rPr lang="es-MX" sz="1600" b="1" dirty="0">
                <a:solidFill>
                  <a:srgbClr val="0070C0"/>
                </a:solidFill>
                <a:latin typeface="Lato"/>
                <a:ea typeface="Arial Unicode MS" panose="020B0604020202020204" pitchFamily="34" charset="-128"/>
                <a:cs typeface="Arial Unicode MS" panose="020B0604020202020204" pitchFamily="34" charset="-128"/>
              </a:rPr>
              <a:t>Representan el estado del proceso que estamos monitoreando. </a:t>
            </a:r>
            <a:endParaRPr lang="es-MX" sz="1600" b="1" dirty="0">
              <a:solidFill>
                <a:srgbClr val="0070C0"/>
              </a:solidFill>
              <a:latin typeface="Lato"/>
            </a:endParaRPr>
          </a:p>
        </p:txBody>
      </p:sp>
      <p:sp>
        <p:nvSpPr>
          <p:cNvPr id="4" name="Rectángulo 3"/>
          <p:cNvSpPr/>
          <p:nvPr/>
        </p:nvSpPr>
        <p:spPr>
          <a:xfrm>
            <a:off x="201722" y="1462987"/>
            <a:ext cx="11790484" cy="584775"/>
          </a:xfrm>
          <a:prstGeom prst="rect">
            <a:avLst/>
          </a:prstGeom>
        </p:spPr>
        <p:txBody>
          <a:bodyPr wrap="square">
            <a:spAutoFit/>
          </a:bodyPr>
          <a:lstStyle/>
          <a:p>
            <a:r>
              <a:rPr lang="es-MX" sz="1600" b="1" dirty="0">
                <a:latin typeface="Lato"/>
                <a:ea typeface="Arial Unicode MS" panose="020B0604020202020204" pitchFamily="34" charset="-128"/>
                <a:cs typeface="Arial Unicode MS" panose="020B0604020202020204" pitchFamily="34" charset="-128"/>
              </a:rPr>
              <a:t>Objetivo: </a:t>
            </a:r>
            <a:r>
              <a:rPr lang="es-MX" sz="1600" dirty="0">
                <a:latin typeface="Lato"/>
                <a:ea typeface="Arial Unicode MS" panose="020B0604020202020204" pitchFamily="34" charset="-128"/>
                <a:cs typeface="Arial Unicode MS" panose="020B0604020202020204" pitchFamily="34" charset="-128"/>
              </a:rPr>
              <a:t>Monitorear dicha situación para controlar su buen funcionamiento, y detectar rápidamente cualquier anomalía respecto al patrón correcto.</a:t>
            </a:r>
            <a:endParaRPr lang="es-MX" sz="1600" dirty="0">
              <a:latin typeface="Lato"/>
            </a:endParaRPr>
          </a:p>
        </p:txBody>
      </p:sp>
      <p:sp>
        <p:nvSpPr>
          <p:cNvPr id="5" name="CuadroTexto 4"/>
          <p:cNvSpPr txBox="1"/>
          <p:nvPr/>
        </p:nvSpPr>
        <p:spPr>
          <a:xfrm>
            <a:off x="5987700" y="2303358"/>
            <a:ext cx="5851873" cy="338554"/>
          </a:xfrm>
          <a:prstGeom prst="rect">
            <a:avLst/>
          </a:prstGeom>
          <a:noFill/>
        </p:spPr>
        <p:txBody>
          <a:bodyPr wrap="square" rtlCol="0">
            <a:spAutoFit/>
          </a:bodyPr>
          <a:lstStyle/>
          <a:p>
            <a:r>
              <a:rPr lang="es-MX" sz="1600" dirty="0">
                <a:latin typeface="Lato"/>
              </a:rPr>
              <a:t>La Gráficas de control son fáciles de usar e interpretar.</a:t>
            </a:r>
          </a:p>
        </p:txBody>
      </p:sp>
      <p:sp>
        <p:nvSpPr>
          <p:cNvPr id="6" name="CuadroTexto 5"/>
          <p:cNvSpPr txBox="1"/>
          <p:nvPr/>
        </p:nvSpPr>
        <p:spPr>
          <a:xfrm>
            <a:off x="5987700" y="2897508"/>
            <a:ext cx="3357349" cy="338554"/>
          </a:xfrm>
          <a:prstGeom prst="rect">
            <a:avLst/>
          </a:prstGeom>
          <a:noFill/>
        </p:spPr>
        <p:txBody>
          <a:bodyPr wrap="square" rtlCol="0">
            <a:spAutoFit/>
          </a:bodyPr>
          <a:lstStyle/>
          <a:p>
            <a:r>
              <a:rPr lang="es-MX" sz="1600" dirty="0">
                <a:latin typeface="Lato"/>
              </a:rPr>
              <a:t>Arrojan datos objetivos.</a:t>
            </a:r>
          </a:p>
        </p:txBody>
      </p:sp>
      <p:pic>
        <p:nvPicPr>
          <p:cNvPr id="7" name="Imagen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5615" y="2339800"/>
            <a:ext cx="5039428" cy="2629002"/>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pic>
      <p:sp>
        <p:nvSpPr>
          <p:cNvPr id="8" name="Rectángulo 7"/>
          <p:cNvSpPr/>
          <p:nvPr/>
        </p:nvSpPr>
        <p:spPr>
          <a:xfrm>
            <a:off x="2241772" y="121611"/>
            <a:ext cx="3283271" cy="523220"/>
          </a:xfrm>
          <a:prstGeom prst="rect">
            <a:avLst/>
          </a:prstGeom>
        </p:spPr>
        <p:txBody>
          <a:bodyPr wrap="none">
            <a:spAutoFit/>
          </a:bodyPr>
          <a:lstStyle/>
          <a:p>
            <a:r>
              <a:rPr lang="es-MX" sz="2800" dirty="0">
                <a:solidFill>
                  <a:schemeClr val="bg1"/>
                </a:solidFill>
                <a:latin typeface="Lato"/>
              </a:rPr>
              <a:t>Gráficas de Control</a:t>
            </a:r>
            <a:endParaRPr lang="es-MX" sz="2800" dirty="0">
              <a:solidFill>
                <a:schemeClr val="bg1"/>
              </a:solidFill>
              <a:latin typeface="Lato"/>
            </a:endParaRPr>
          </a:p>
        </p:txBody>
      </p:sp>
    </p:spTree>
    <p:extLst>
      <p:ext uri="{BB962C8B-B14F-4D97-AF65-F5344CB8AC3E}">
        <p14:creationId xmlns:p14="http://schemas.microsoft.com/office/powerpoint/2010/main" val="70922882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a 5"/>
          <p:cNvGraphicFramePr/>
          <p:nvPr>
            <p:extLst>
              <p:ext uri="{D42A27DB-BD31-4B8C-83A1-F6EECF244321}">
                <p14:modId xmlns:p14="http://schemas.microsoft.com/office/powerpoint/2010/main" val="2081171648"/>
              </p:ext>
            </p:extLst>
          </p:nvPr>
        </p:nvGraphicFramePr>
        <p:xfrm>
          <a:off x="3157994" y="1204753"/>
          <a:ext cx="7017255"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Rectángulo 2"/>
          <p:cNvSpPr/>
          <p:nvPr/>
        </p:nvSpPr>
        <p:spPr>
          <a:xfrm>
            <a:off x="2219324" y="176312"/>
            <a:ext cx="9972675" cy="400110"/>
          </a:xfrm>
          <a:prstGeom prst="rect">
            <a:avLst/>
          </a:prstGeom>
        </p:spPr>
        <p:txBody>
          <a:bodyPr wrap="square">
            <a:spAutoFit/>
          </a:bodyPr>
          <a:lstStyle/>
          <a:p>
            <a:r>
              <a:rPr lang="es-MX" sz="2000" dirty="0">
                <a:solidFill>
                  <a:schemeClr val="bg1"/>
                </a:solidFill>
                <a:latin typeface="Lato"/>
              </a:rPr>
              <a:t>Para analizar los datos en una gráfica de control, tenemos que diferenciar lo siguiente:</a:t>
            </a:r>
            <a:endParaRPr lang="es-MX" sz="2000" dirty="0">
              <a:solidFill>
                <a:schemeClr val="bg1"/>
              </a:solidFill>
              <a:latin typeface="Lato"/>
            </a:endParaRPr>
          </a:p>
        </p:txBody>
      </p:sp>
    </p:spTree>
    <p:extLst>
      <p:ext uri="{BB962C8B-B14F-4D97-AF65-F5344CB8AC3E}">
        <p14:creationId xmlns:p14="http://schemas.microsoft.com/office/powerpoint/2010/main" val="152283209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upo 13"/>
          <p:cNvGrpSpPr/>
          <p:nvPr/>
        </p:nvGrpSpPr>
        <p:grpSpPr>
          <a:xfrm>
            <a:off x="1820839" y="1081470"/>
            <a:ext cx="8759508" cy="4888809"/>
            <a:chOff x="1820839" y="1471995"/>
            <a:chExt cx="8759508" cy="4888809"/>
          </a:xfrm>
        </p:grpSpPr>
        <p:sp>
          <p:nvSpPr>
            <p:cNvPr id="6" name="Rectángulo 5"/>
            <p:cNvSpPr/>
            <p:nvPr/>
          </p:nvSpPr>
          <p:spPr>
            <a:xfrm>
              <a:off x="1848134" y="1938043"/>
              <a:ext cx="4043150" cy="1095381"/>
            </a:xfrm>
            <a:prstGeom prst="rect">
              <a:avLst/>
            </a:prstGeom>
            <a:solidFill>
              <a:srgbClr val="00B050">
                <a:alpha val="22000"/>
              </a:srgb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MX" b="1" dirty="0" smtClean="0">
                <a:solidFill>
                  <a:schemeClr val="tx1"/>
                </a:solidFill>
                <a:latin typeface="Lato"/>
              </a:endParaRPr>
            </a:p>
            <a:p>
              <a:r>
                <a:rPr lang="es-MX" b="1" dirty="0" smtClean="0">
                  <a:solidFill>
                    <a:schemeClr val="tx1"/>
                  </a:solidFill>
                  <a:latin typeface="Lato"/>
                </a:rPr>
                <a:t>Seleccionar </a:t>
              </a:r>
              <a:r>
                <a:rPr lang="es-MX" b="1" dirty="0">
                  <a:solidFill>
                    <a:schemeClr val="tx1"/>
                  </a:solidFill>
                  <a:latin typeface="Lato"/>
                </a:rPr>
                <a:t>el subgrupo racional. </a:t>
              </a:r>
              <a:r>
                <a:rPr lang="es-MX" dirty="0">
                  <a:solidFill>
                    <a:schemeClr val="tx1"/>
                  </a:solidFill>
                  <a:latin typeface="Lato"/>
                </a:rPr>
                <a:t>Cada punto en una gráfica de control representa un subgrupo que consiste en varias unidades de producto. </a:t>
              </a:r>
            </a:p>
            <a:p>
              <a:endParaRPr lang="es-MX" dirty="0">
                <a:solidFill>
                  <a:schemeClr val="tx1"/>
                </a:solidFill>
                <a:latin typeface="Lato"/>
              </a:endParaRPr>
            </a:p>
            <a:p>
              <a:pPr algn="ctr"/>
              <a:endParaRPr lang="es-MX" dirty="0">
                <a:solidFill>
                  <a:schemeClr val="tx1"/>
                </a:solidFill>
                <a:latin typeface="Lato"/>
              </a:endParaRPr>
            </a:p>
          </p:txBody>
        </p:sp>
        <p:sp>
          <p:nvSpPr>
            <p:cNvPr id="8" name="Rectángulo 7"/>
            <p:cNvSpPr/>
            <p:nvPr/>
          </p:nvSpPr>
          <p:spPr>
            <a:xfrm>
              <a:off x="1820840" y="3537111"/>
              <a:ext cx="4070444" cy="956256"/>
            </a:xfrm>
            <a:prstGeom prst="rect">
              <a:avLst/>
            </a:prstGeom>
            <a:solidFill>
              <a:schemeClr val="accent1">
                <a:lumMod val="60000"/>
                <a:lumOff val="40000"/>
                <a:alpha val="16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latin typeface="Lato"/>
              </a:endParaRPr>
            </a:p>
          </p:txBody>
        </p:sp>
        <p:sp>
          <p:nvSpPr>
            <p:cNvPr id="11" name="Rectángulo 10"/>
            <p:cNvSpPr/>
            <p:nvPr/>
          </p:nvSpPr>
          <p:spPr>
            <a:xfrm>
              <a:off x="1820840" y="4969886"/>
              <a:ext cx="3863037" cy="991673"/>
            </a:xfrm>
            <a:prstGeom prst="rect">
              <a:avLst/>
            </a:prstGeom>
            <a:solidFill>
              <a:srgbClr val="FF33CC">
                <a:alpha val="30000"/>
              </a:srgbClr>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latin typeface="Lato"/>
              </a:endParaRPr>
            </a:p>
          </p:txBody>
        </p:sp>
        <p:sp>
          <p:nvSpPr>
            <p:cNvPr id="12" name="Rectángulo 11"/>
            <p:cNvSpPr/>
            <p:nvPr/>
          </p:nvSpPr>
          <p:spPr>
            <a:xfrm>
              <a:off x="6432581" y="2548657"/>
              <a:ext cx="4128448" cy="988454"/>
            </a:xfrm>
            <a:prstGeom prst="rect">
              <a:avLst/>
            </a:prstGeom>
            <a:solidFill>
              <a:srgbClr val="FFFF00">
                <a:alpha val="30000"/>
              </a:srgb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latin typeface="Lato"/>
              </a:endParaRPr>
            </a:p>
          </p:txBody>
        </p:sp>
        <p:sp>
          <p:nvSpPr>
            <p:cNvPr id="13" name="Rectángulo 12"/>
            <p:cNvSpPr/>
            <p:nvPr/>
          </p:nvSpPr>
          <p:spPr>
            <a:xfrm>
              <a:off x="6432581" y="4084110"/>
              <a:ext cx="4147766" cy="1169551"/>
            </a:xfrm>
            <a:prstGeom prst="rect">
              <a:avLst/>
            </a:prstGeom>
            <a:solidFill>
              <a:schemeClr val="accent5">
                <a:lumMod val="50000"/>
                <a:alpha val="12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latin typeface="Lato"/>
              </a:endParaRPr>
            </a:p>
          </p:txBody>
        </p:sp>
        <p:sp>
          <p:nvSpPr>
            <p:cNvPr id="3" name="Rectángulo 2"/>
            <p:cNvSpPr/>
            <p:nvPr/>
          </p:nvSpPr>
          <p:spPr>
            <a:xfrm>
              <a:off x="1848134" y="1471995"/>
              <a:ext cx="8712895" cy="353943"/>
            </a:xfrm>
            <a:prstGeom prst="rect">
              <a:avLst/>
            </a:prstGeom>
          </p:spPr>
          <p:txBody>
            <a:bodyPr wrap="square">
              <a:spAutoFit/>
            </a:bodyPr>
            <a:lstStyle/>
            <a:p>
              <a:pPr algn="ctr"/>
              <a:r>
                <a:rPr lang="es-ES" sz="1700" b="1" dirty="0">
                  <a:solidFill>
                    <a:srgbClr val="0070C0"/>
                  </a:solidFill>
                  <a:latin typeface="Lato"/>
                  <a:ea typeface="Arial" panose="020B0604020202020204" pitchFamily="34" charset="0"/>
                  <a:cs typeface="Arial" panose="020B0604020202020204" pitchFamily="34" charset="0"/>
                </a:rPr>
                <a:t>Recolección de datos. </a:t>
              </a:r>
              <a:r>
                <a:rPr lang="es-MX" sz="1700" dirty="0">
                  <a:solidFill>
                    <a:srgbClr val="0070C0"/>
                  </a:solidFill>
                  <a:latin typeface="Lato"/>
                  <a:ea typeface="Arial Unicode MS" panose="020B0604020202020204" pitchFamily="34" charset="-128"/>
                  <a:cs typeface="Arial Unicode MS" panose="020B0604020202020204" pitchFamily="34" charset="-128"/>
                </a:rPr>
                <a:t>Se requiere de aproximadamente 100 datos. </a:t>
              </a:r>
              <a:endParaRPr lang="es-MX" sz="1700" dirty="0">
                <a:solidFill>
                  <a:srgbClr val="0070C0"/>
                </a:solidFill>
                <a:latin typeface="Lato"/>
              </a:endParaRPr>
            </a:p>
          </p:txBody>
        </p:sp>
        <p:sp>
          <p:nvSpPr>
            <p:cNvPr id="7" name="CuadroTexto 6"/>
            <p:cNvSpPr txBox="1"/>
            <p:nvPr/>
          </p:nvSpPr>
          <p:spPr>
            <a:xfrm>
              <a:off x="1820839" y="3607748"/>
              <a:ext cx="4070444" cy="738664"/>
            </a:xfrm>
            <a:prstGeom prst="rect">
              <a:avLst/>
            </a:prstGeom>
            <a:noFill/>
          </p:spPr>
          <p:txBody>
            <a:bodyPr wrap="square" rtlCol="0">
              <a:spAutoFit/>
            </a:bodyPr>
            <a:lstStyle/>
            <a:p>
              <a:r>
                <a:rPr lang="es-MX" b="1" dirty="0">
                  <a:latin typeface="Lato"/>
                </a:rPr>
                <a:t>Calcular la línea central. </a:t>
              </a:r>
              <a:r>
                <a:rPr lang="es-MX" dirty="0">
                  <a:latin typeface="Lato"/>
                </a:rPr>
                <a:t>La línea central puede ser el promedio de los datos históricos o puede ser el promedio deseado.</a:t>
              </a:r>
            </a:p>
          </p:txBody>
        </p:sp>
        <p:sp>
          <p:nvSpPr>
            <p:cNvPr id="9" name="CuadroTexto 8"/>
            <p:cNvSpPr txBox="1"/>
            <p:nvPr/>
          </p:nvSpPr>
          <p:spPr>
            <a:xfrm>
              <a:off x="1820840" y="5086076"/>
              <a:ext cx="3756547" cy="738664"/>
            </a:xfrm>
            <a:prstGeom prst="rect">
              <a:avLst/>
            </a:prstGeom>
            <a:noFill/>
          </p:spPr>
          <p:txBody>
            <a:bodyPr wrap="square" rtlCol="0">
              <a:spAutoFit/>
            </a:bodyPr>
            <a:lstStyle/>
            <a:p>
              <a:r>
                <a:rPr lang="es-MX" b="1" dirty="0">
                  <a:latin typeface="Lato"/>
                </a:rPr>
                <a:t>Calcular los límites de control. </a:t>
              </a:r>
              <a:r>
                <a:rPr lang="es-MX" dirty="0">
                  <a:latin typeface="Lato"/>
                </a:rPr>
                <a:t>El cálculo se basa en las estadísticas de las muestras del subgrupo.</a:t>
              </a:r>
            </a:p>
          </p:txBody>
        </p:sp>
        <p:sp>
          <p:nvSpPr>
            <p:cNvPr id="10" name="Rectángulo 9"/>
            <p:cNvSpPr/>
            <p:nvPr/>
          </p:nvSpPr>
          <p:spPr>
            <a:xfrm>
              <a:off x="6536381" y="2640027"/>
              <a:ext cx="4043966" cy="738664"/>
            </a:xfrm>
            <a:prstGeom prst="rect">
              <a:avLst/>
            </a:prstGeom>
          </p:spPr>
          <p:txBody>
            <a:bodyPr wrap="square">
              <a:spAutoFit/>
            </a:bodyPr>
            <a:lstStyle/>
            <a:p>
              <a:r>
                <a:rPr lang="es-ES" b="1" dirty="0">
                  <a:latin typeface="Lato"/>
                  <a:ea typeface="Arial" panose="020B0604020202020204" pitchFamily="34" charset="0"/>
                  <a:cs typeface="Arial" panose="020B0604020202020204" pitchFamily="34" charset="0"/>
                </a:rPr>
                <a:t>Graficar los datos. </a:t>
              </a:r>
              <a:r>
                <a:rPr lang="es-MX" dirty="0">
                  <a:latin typeface="Lato"/>
                  <a:ea typeface="Arial Unicode MS" panose="020B0604020202020204" pitchFamily="34" charset="-128"/>
                  <a:cs typeface="Arial Unicode MS" panose="020B0604020202020204" pitchFamily="34" charset="-128"/>
                </a:rPr>
                <a:t>Representar cada muestra con un punto, buscando la intersección entre el número de la muestra</a:t>
              </a:r>
              <a:endParaRPr lang="es-MX" dirty="0">
                <a:latin typeface="Lato"/>
              </a:endParaRPr>
            </a:p>
          </p:txBody>
        </p:sp>
        <p:sp>
          <p:nvSpPr>
            <p:cNvPr id="4" name="Rectángulo 3"/>
            <p:cNvSpPr/>
            <p:nvPr/>
          </p:nvSpPr>
          <p:spPr>
            <a:xfrm>
              <a:off x="6536381" y="4084110"/>
              <a:ext cx="4024648" cy="954107"/>
            </a:xfrm>
            <a:prstGeom prst="rect">
              <a:avLst/>
            </a:prstGeom>
            <a:solidFill>
              <a:srgbClr val="FFCCFF">
                <a:alpha val="10000"/>
              </a:srgbClr>
            </a:solidFill>
          </p:spPr>
          <p:txBody>
            <a:bodyPr wrap="square">
              <a:spAutoFit/>
            </a:bodyPr>
            <a:lstStyle/>
            <a:p>
              <a:r>
                <a:rPr lang="es-ES" b="1" dirty="0">
                  <a:latin typeface="Lato"/>
                  <a:ea typeface="Arial" panose="020B0604020202020204" pitchFamily="34" charset="0"/>
                  <a:cs typeface="Arial" panose="020B0604020202020204" pitchFamily="34" charset="0"/>
                </a:rPr>
                <a:t>Interpretar los resultados. </a:t>
              </a:r>
              <a:r>
                <a:rPr lang="es-MX" dirty="0">
                  <a:latin typeface="Lato"/>
                  <a:ea typeface="Arial Unicode MS" panose="020B0604020202020204" pitchFamily="34" charset="-128"/>
                  <a:cs typeface="Arial Unicode MS" panose="020B0604020202020204" pitchFamily="34" charset="-128"/>
                </a:rPr>
                <a:t>Proporcionar instrucciones específicas sobre la interpretación de los resultados y las acciones que debe tomar cada persona en producción</a:t>
              </a:r>
              <a:endParaRPr lang="es-MX" dirty="0">
                <a:latin typeface="Lato"/>
              </a:endParaRPr>
            </a:p>
          </p:txBody>
        </p:sp>
        <p:cxnSp>
          <p:nvCxnSpPr>
            <p:cNvPr id="15" name="Conector recto de flecha 14"/>
            <p:cNvCxnSpPr/>
            <p:nvPr/>
          </p:nvCxnSpPr>
          <p:spPr>
            <a:xfrm>
              <a:off x="3856061" y="3009359"/>
              <a:ext cx="0" cy="527752"/>
            </a:xfrm>
            <a:prstGeom prst="straightConnector1">
              <a:avLst/>
            </a:prstGeom>
            <a:ln w="3810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Conector recto de flecha 16"/>
            <p:cNvCxnSpPr/>
            <p:nvPr/>
          </p:nvCxnSpPr>
          <p:spPr>
            <a:xfrm>
              <a:off x="3856061" y="4493367"/>
              <a:ext cx="0" cy="476518"/>
            </a:xfrm>
            <a:prstGeom prst="straightConnector1">
              <a:avLst/>
            </a:prstGeom>
            <a:ln w="3810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Conector recto de flecha 18"/>
            <p:cNvCxnSpPr>
              <a:stCxn id="12" idx="2"/>
              <a:endCxn id="13" idx="0"/>
            </p:cNvCxnSpPr>
            <p:nvPr/>
          </p:nvCxnSpPr>
          <p:spPr>
            <a:xfrm>
              <a:off x="8496806" y="3537111"/>
              <a:ext cx="9659" cy="546998"/>
            </a:xfrm>
            <a:prstGeom prst="straightConnector1">
              <a:avLst/>
            </a:prstGeom>
            <a:ln w="3810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Conector recto 27"/>
            <p:cNvCxnSpPr>
              <a:stCxn id="11" idx="2"/>
            </p:cNvCxnSpPr>
            <p:nvPr/>
          </p:nvCxnSpPr>
          <p:spPr>
            <a:xfrm flipH="1">
              <a:off x="3752046" y="5961559"/>
              <a:ext cx="313" cy="399245"/>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30" name="Conector recto 29"/>
            <p:cNvCxnSpPr/>
            <p:nvPr/>
          </p:nvCxnSpPr>
          <p:spPr>
            <a:xfrm>
              <a:off x="3752046" y="6360803"/>
              <a:ext cx="2369713" cy="0"/>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32" name="Conector recto 31"/>
            <p:cNvCxnSpPr/>
            <p:nvPr/>
          </p:nvCxnSpPr>
          <p:spPr>
            <a:xfrm flipV="1">
              <a:off x="6121758" y="2110775"/>
              <a:ext cx="0" cy="4250028"/>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34" name="Conector recto 33"/>
            <p:cNvCxnSpPr/>
            <p:nvPr/>
          </p:nvCxnSpPr>
          <p:spPr>
            <a:xfrm>
              <a:off x="6121758" y="2093810"/>
              <a:ext cx="2253803" cy="0"/>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36" name="Conector recto de flecha 35"/>
            <p:cNvCxnSpPr/>
            <p:nvPr/>
          </p:nvCxnSpPr>
          <p:spPr>
            <a:xfrm>
              <a:off x="8366769" y="2101983"/>
              <a:ext cx="0" cy="437882"/>
            </a:xfrm>
            <a:prstGeom prst="straightConnector1">
              <a:avLst/>
            </a:prstGeom>
            <a:ln w="38100">
              <a:solidFill>
                <a:srgbClr val="7030A0"/>
              </a:solidFill>
              <a:tailEnd type="triangle"/>
            </a:ln>
          </p:spPr>
          <p:style>
            <a:lnRef idx="1">
              <a:schemeClr val="accent1"/>
            </a:lnRef>
            <a:fillRef idx="0">
              <a:schemeClr val="accent1"/>
            </a:fillRef>
            <a:effectRef idx="0">
              <a:schemeClr val="accent1"/>
            </a:effectRef>
            <a:fontRef idx="minor">
              <a:schemeClr val="tx1"/>
            </a:fontRef>
          </p:style>
        </p:cxnSp>
      </p:grpSp>
      <p:sp>
        <p:nvSpPr>
          <p:cNvPr id="5" name="Rectángulo 4"/>
          <p:cNvSpPr/>
          <p:nvPr/>
        </p:nvSpPr>
        <p:spPr>
          <a:xfrm>
            <a:off x="2210811" y="104508"/>
            <a:ext cx="6946132" cy="584775"/>
          </a:xfrm>
          <a:prstGeom prst="rect">
            <a:avLst/>
          </a:prstGeom>
        </p:spPr>
        <p:txBody>
          <a:bodyPr wrap="none">
            <a:spAutoFit/>
          </a:bodyPr>
          <a:lstStyle/>
          <a:p>
            <a:r>
              <a:rPr lang="es-MX" sz="3200" dirty="0">
                <a:solidFill>
                  <a:schemeClr val="bg1"/>
                </a:solidFill>
                <a:latin typeface="Lato"/>
              </a:rPr>
              <a:t>¿Cómo hacer una gráfica de control?</a:t>
            </a:r>
            <a:endParaRPr lang="es-MX" sz="3200" dirty="0">
              <a:solidFill>
                <a:schemeClr val="bg1"/>
              </a:solidFill>
              <a:latin typeface="Lato"/>
            </a:endParaRPr>
          </a:p>
        </p:txBody>
      </p:sp>
    </p:spTree>
    <p:extLst>
      <p:ext uri="{BB962C8B-B14F-4D97-AF65-F5344CB8AC3E}">
        <p14:creationId xmlns:p14="http://schemas.microsoft.com/office/powerpoint/2010/main" val="169196133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a 5"/>
          <p:cNvGraphicFramePr/>
          <p:nvPr>
            <p:extLst>
              <p:ext uri="{D42A27DB-BD31-4B8C-83A1-F6EECF244321}">
                <p14:modId xmlns:p14="http://schemas.microsoft.com/office/powerpoint/2010/main" val="2155449292"/>
              </p:ext>
            </p:extLst>
          </p:nvPr>
        </p:nvGraphicFramePr>
        <p:xfrm>
          <a:off x="2704562" y="1609407"/>
          <a:ext cx="713919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Rectángulo 2"/>
          <p:cNvSpPr/>
          <p:nvPr/>
        </p:nvSpPr>
        <p:spPr>
          <a:xfrm>
            <a:off x="2190988" y="135100"/>
            <a:ext cx="3645550" cy="584775"/>
          </a:xfrm>
          <a:prstGeom prst="rect">
            <a:avLst/>
          </a:prstGeom>
        </p:spPr>
        <p:txBody>
          <a:bodyPr wrap="none">
            <a:spAutoFit/>
          </a:bodyPr>
          <a:lstStyle/>
          <a:p>
            <a:r>
              <a:rPr lang="es-MX" sz="3200" dirty="0">
                <a:solidFill>
                  <a:schemeClr val="bg1"/>
                </a:solidFill>
                <a:latin typeface="Lato"/>
              </a:rPr>
              <a:t>Diagrama de Gantt</a:t>
            </a:r>
            <a:endParaRPr lang="es-MX" sz="3200" dirty="0">
              <a:solidFill>
                <a:schemeClr val="bg1"/>
              </a:solidFill>
              <a:latin typeface="Lato"/>
            </a:endParaRPr>
          </a:p>
        </p:txBody>
      </p:sp>
    </p:spTree>
    <p:extLst>
      <p:ext uri="{BB962C8B-B14F-4D97-AF65-F5344CB8AC3E}">
        <p14:creationId xmlns:p14="http://schemas.microsoft.com/office/powerpoint/2010/main" val="415739127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a 5"/>
          <p:cNvGraphicFramePr/>
          <p:nvPr>
            <p:extLst>
              <p:ext uri="{D42A27DB-BD31-4B8C-83A1-F6EECF244321}">
                <p14:modId xmlns:p14="http://schemas.microsoft.com/office/powerpoint/2010/main" val="2057284703"/>
              </p:ext>
            </p:extLst>
          </p:nvPr>
        </p:nvGraphicFramePr>
        <p:xfrm>
          <a:off x="-126023" y="1801446"/>
          <a:ext cx="6679842"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Imagen 4"/>
          <p:cNvPicPr>
            <a:picLocks noChangeAspect="1"/>
          </p:cNvPicPr>
          <p:nvPr/>
        </p:nvPicPr>
        <p:blipFill>
          <a:blip r:embed="rId7"/>
          <a:stretch>
            <a:fillRect/>
          </a:stretch>
        </p:blipFill>
        <p:spPr>
          <a:xfrm>
            <a:off x="5710593" y="2299921"/>
            <a:ext cx="5973390" cy="2146915"/>
          </a:xfrm>
          <a:prstGeom prst="rect">
            <a:avLst/>
          </a:prstGeom>
        </p:spPr>
      </p:pic>
      <p:sp>
        <p:nvSpPr>
          <p:cNvPr id="3" name="Rectángulo 2"/>
          <p:cNvSpPr/>
          <p:nvPr/>
        </p:nvSpPr>
        <p:spPr>
          <a:xfrm>
            <a:off x="2315059" y="121407"/>
            <a:ext cx="2183611" cy="523220"/>
          </a:xfrm>
          <a:prstGeom prst="rect">
            <a:avLst/>
          </a:prstGeom>
        </p:spPr>
        <p:txBody>
          <a:bodyPr wrap="none">
            <a:spAutoFit/>
          </a:bodyPr>
          <a:lstStyle/>
          <a:p>
            <a:r>
              <a:rPr lang="es-MX" sz="2800" dirty="0">
                <a:solidFill>
                  <a:schemeClr val="bg1"/>
                </a:solidFill>
                <a:latin typeface="Lato"/>
              </a:rPr>
              <a:t>Sirve para…</a:t>
            </a:r>
            <a:endParaRPr lang="es-MX" sz="2800" dirty="0">
              <a:solidFill>
                <a:schemeClr val="bg1"/>
              </a:solidFill>
              <a:latin typeface="Lato"/>
            </a:endParaRPr>
          </a:p>
        </p:txBody>
      </p:sp>
    </p:spTree>
    <p:extLst>
      <p:ext uri="{BB962C8B-B14F-4D97-AF65-F5344CB8AC3E}">
        <p14:creationId xmlns:p14="http://schemas.microsoft.com/office/powerpoint/2010/main" val="54167152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Diagrama 8"/>
          <p:cNvGraphicFramePr/>
          <p:nvPr>
            <p:extLst>
              <p:ext uri="{D42A27DB-BD31-4B8C-83A1-F6EECF244321}">
                <p14:modId xmlns:p14="http://schemas.microsoft.com/office/powerpoint/2010/main" val="487638281"/>
              </p:ext>
            </p:extLst>
          </p:nvPr>
        </p:nvGraphicFramePr>
        <p:xfrm>
          <a:off x="2075560" y="1439741"/>
          <a:ext cx="7886125" cy="415232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Rectángulo 2"/>
          <p:cNvSpPr/>
          <p:nvPr/>
        </p:nvSpPr>
        <p:spPr>
          <a:xfrm>
            <a:off x="2192688" y="141787"/>
            <a:ext cx="6203942" cy="523220"/>
          </a:xfrm>
          <a:prstGeom prst="rect">
            <a:avLst/>
          </a:prstGeom>
        </p:spPr>
        <p:txBody>
          <a:bodyPr wrap="none">
            <a:spAutoFit/>
          </a:bodyPr>
          <a:lstStyle/>
          <a:p>
            <a:r>
              <a:rPr lang="es-MX" sz="2800" dirty="0">
                <a:solidFill>
                  <a:schemeClr val="bg1"/>
                </a:solidFill>
                <a:latin typeface="Lato"/>
              </a:rPr>
              <a:t>¿Cómo hacer un Diagrama de Gantt?</a:t>
            </a:r>
            <a:endParaRPr lang="es-MX" sz="2800" dirty="0">
              <a:solidFill>
                <a:schemeClr val="bg1"/>
              </a:solidFill>
              <a:latin typeface="Lato"/>
            </a:endParaRPr>
          </a:p>
        </p:txBody>
      </p:sp>
    </p:spTree>
    <p:extLst>
      <p:ext uri="{BB962C8B-B14F-4D97-AF65-F5344CB8AC3E}">
        <p14:creationId xmlns:p14="http://schemas.microsoft.com/office/powerpoint/2010/main" val="154989035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07"/>
        <p:cNvGrpSpPr/>
        <p:nvPr/>
      </p:nvGrpSpPr>
      <p:grpSpPr>
        <a:xfrm>
          <a:off x="0" y="0"/>
          <a:ext cx="0" cy="0"/>
          <a:chOff x="0" y="0"/>
          <a:chExt cx="0" cy="0"/>
        </a:xfrm>
      </p:grpSpPr>
      <p:grpSp>
        <p:nvGrpSpPr>
          <p:cNvPr id="2" name="Grupo 1"/>
          <p:cNvGrpSpPr/>
          <p:nvPr/>
        </p:nvGrpSpPr>
        <p:grpSpPr>
          <a:xfrm>
            <a:off x="228098" y="836196"/>
            <a:ext cx="11622505" cy="4993104"/>
            <a:chOff x="839338" y="2714789"/>
            <a:chExt cx="10513323" cy="2526750"/>
          </a:xfrm>
          <a:scene3d>
            <a:camera prst="orthographicFront">
              <a:rot lat="0" lon="0" rev="0"/>
            </a:camera>
            <a:lightRig rig="contrasting" dir="t">
              <a:rot lat="0" lon="0" rev="1500000"/>
            </a:lightRig>
          </a:scene3d>
        </p:grpSpPr>
        <p:sp>
          <p:nvSpPr>
            <p:cNvPr id="210" name="Google Shape;210;p33"/>
            <p:cNvSpPr/>
            <p:nvPr/>
          </p:nvSpPr>
          <p:spPr>
            <a:xfrm>
              <a:off x="839338" y="3437022"/>
              <a:ext cx="1368278" cy="1128543"/>
            </a:xfrm>
            <a:prstGeom prst="roundRect">
              <a:avLst>
                <a:gd name="adj" fmla="val 10000"/>
              </a:avLst>
            </a:prstGeom>
            <a:solidFill>
              <a:schemeClr val="lt1">
                <a:alpha val="89803"/>
              </a:schemeClr>
            </a:solidFill>
            <a:ln w="12700" cap="flat" cmpd="sng">
              <a:noFill/>
              <a:prstDash val="solid"/>
              <a:round/>
              <a:headEnd type="none" w="sm" len="sm"/>
              <a:tailEnd type="none" w="sm" len="sm"/>
            </a:ln>
            <a:effectLst>
              <a:outerShdw blurRad="149987" dist="250190" dir="8460000" algn="ctr">
                <a:srgbClr val="000000">
                  <a:alpha val="28000"/>
                </a:srgbClr>
              </a:outerShdw>
            </a:effectLst>
            <a:sp3d prstMaterial="metal">
              <a:bevelT w="88900" h="88900"/>
            </a:sp3d>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MS PGothic" panose="020B0600070205080204" pitchFamily="34" charset="-128"/>
                <a:ea typeface="MS PGothic" panose="020B0600070205080204" pitchFamily="34" charset="-128"/>
              </a:endParaRPr>
            </a:p>
          </p:txBody>
        </p:sp>
        <p:sp>
          <p:nvSpPr>
            <p:cNvPr id="211" name="Google Shape;211;p33"/>
            <p:cNvSpPr txBox="1"/>
            <p:nvPr/>
          </p:nvSpPr>
          <p:spPr>
            <a:xfrm>
              <a:off x="865309" y="3462993"/>
              <a:ext cx="1428707" cy="834770"/>
            </a:xfrm>
            <a:prstGeom prst="rect">
              <a:avLst/>
            </a:prstGeom>
            <a:noFill/>
            <a:ln>
              <a:noFill/>
            </a:ln>
            <a:effectLst>
              <a:outerShdw blurRad="149987" dist="250190" dir="8460000" algn="ctr">
                <a:srgbClr val="000000">
                  <a:alpha val="28000"/>
                </a:srgbClr>
              </a:outerShdw>
            </a:effectLst>
            <a:sp3d prstMaterial="metal">
              <a:bevelT w="88900" h="88900"/>
            </a:sp3d>
          </p:spPr>
          <p:txBody>
            <a:bodyPr spcFirstLastPara="1" wrap="square" lIns="11425" tIns="11425" rIns="11425" bIns="11425" anchor="t" anchorCtr="0">
              <a:noAutofit/>
            </a:bodyPr>
            <a:lstStyle/>
            <a:p>
              <a:pPr marL="57150" marR="0" lvl="1" indent="-57150" algn="l" rtl="0">
                <a:lnSpc>
                  <a:spcPct val="90000"/>
                </a:lnSpc>
                <a:spcBef>
                  <a:spcPts val="0"/>
                </a:spcBef>
                <a:spcAft>
                  <a:spcPts val="0"/>
                </a:spcAft>
                <a:buClr>
                  <a:schemeClr val="dk1"/>
                </a:buClr>
                <a:buSzPts val="600"/>
                <a:buFont typeface="Calibri"/>
                <a:buChar char="•"/>
              </a:pPr>
              <a:r>
                <a:rPr lang="es-MX" sz="900" b="1" i="0" u="none" strike="noStrike" cap="none" dirty="0">
                  <a:solidFill>
                    <a:schemeClr val="dk1"/>
                  </a:solidFill>
                  <a:latin typeface="MS PGothic" panose="020B0600070205080204" pitchFamily="34" charset="-128"/>
                  <a:ea typeface="MS PGothic" panose="020B0600070205080204" pitchFamily="34" charset="-128"/>
                  <a:cs typeface="Calibri"/>
                  <a:sym typeface="Calibri"/>
                </a:rPr>
                <a:t>El ciudadano incumple con los requisitos para tramitar la CPV.</a:t>
              </a:r>
              <a:endParaRPr sz="900" b="1" dirty="0">
                <a:latin typeface="MS PGothic" panose="020B0600070205080204" pitchFamily="34" charset="-128"/>
                <a:ea typeface="MS PGothic" panose="020B0600070205080204" pitchFamily="34" charset="-128"/>
              </a:endParaRPr>
            </a:p>
          </p:txBody>
        </p:sp>
        <p:sp>
          <p:nvSpPr>
            <p:cNvPr id="212" name="Google Shape;212;p33"/>
            <p:cNvSpPr/>
            <p:nvPr/>
          </p:nvSpPr>
          <p:spPr>
            <a:xfrm>
              <a:off x="1592654" y="3649705"/>
              <a:ext cx="1591834" cy="1591834"/>
            </a:xfrm>
            <a:custGeom>
              <a:avLst/>
              <a:gdLst/>
              <a:ahLst/>
              <a:cxnLst/>
              <a:rect l="l" t="t" r="r" b="b"/>
              <a:pathLst>
                <a:path w="120000" h="120000" extrusionOk="0">
                  <a:moveTo>
                    <a:pt x="10380" y="88179"/>
                  </a:moveTo>
                  <a:lnTo>
                    <a:pt x="14211" y="86003"/>
                  </a:lnTo>
                  <a:cubicBezTo>
                    <a:pt x="22925" y="101349"/>
                    <a:pt x="38747" y="111309"/>
                    <a:pt x="56352" y="112531"/>
                  </a:cubicBezTo>
                  <a:cubicBezTo>
                    <a:pt x="73957" y="113754"/>
                    <a:pt x="91004" y="106076"/>
                    <a:pt x="101756" y="92082"/>
                  </a:cubicBezTo>
                  <a:lnTo>
                    <a:pt x="99220" y="90642"/>
                  </a:lnTo>
                  <a:lnTo>
                    <a:pt x="107705" y="87091"/>
                  </a:lnTo>
                  <a:lnTo>
                    <a:pt x="108158" y="95718"/>
                  </a:lnTo>
                  <a:lnTo>
                    <a:pt x="105621" y="94277"/>
                  </a:lnTo>
                  <a:cubicBezTo>
                    <a:pt x="94068" y="109653"/>
                    <a:pt x="75547" y="118175"/>
                    <a:pt x="56354" y="116946"/>
                  </a:cubicBezTo>
                  <a:cubicBezTo>
                    <a:pt x="37160" y="115717"/>
                    <a:pt x="19877" y="104903"/>
                    <a:pt x="10380" y="88179"/>
                  </a:cubicBezTo>
                  <a:close/>
                </a:path>
              </a:pathLst>
            </a:custGeom>
            <a:gradFill>
              <a:gsLst>
                <a:gs pos="0">
                  <a:srgbClr val="339FDE"/>
                </a:gs>
                <a:gs pos="34000">
                  <a:srgbClr val="379FDD"/>
                </a:gs>
                <a:gs pos="70000">
                  <a:srgbClr val="34A3E4"/>
                </a:gs>
                <a:gs pos="100000">
                  <a:srgbClr val="45A7E2"/>
                </a:gs>
              </a:gsLst>
              <a:path path="circle">
                <a:fillToRect l="50000" t="50000" r="50000" b="50000"/>
              </a:path>
              <a:tileRect/>
            </a:gradFill>
            <a:ln>
              <a:noFill/>
            </a:ln>
            <a:effectLst>
              <a:outerShdw blurRad="149987" dist="250190" dir="8460000" algn="ctr">
                <a:srgbClr val="000000">
                  <a:alpha val="28000"/>
                </a:srgbClr>
              </a:outerShdw>
            </a:effectLst>
            <a:sp3d prstMaterial="metal"/>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MS PGothic" panose="020B0600070205080204" pitchFamily="34" charset="-128"/>
                <a:ea typeface="MS PGothic" panose="020B0600070205080204" pitchFamily="34" charset="-128"/>
              </a:endParaRPr>
            </a:p>
          </p:txBody>
        </p:sp>
        <p:sp>
          <p:nvSpPr>
            <p:cNvPr id="213" name="Google Shape;213;p33"/>
            <p:cNvSpPr/>
            <p:nvPr/>
          </p:nvSpPr>
          <p:spPr>
            <a:xfrm>
              <a:off x="1143400" y="4323734"/>
              <a:ext cx="1216247" cy="483661"/>
            </a:xfrm>
            <a:prstGeom prst="roundRect">
              <a:avLst>
                <a:gd name="adj" fmla="val 10000"/>
              </a:avLst>
            </a:prstGeom>
            <a:gradFill>
              <a:gsLst>
                <a:gs pos="0">
                  <a:srgbClr val="339FDE"/>
                </a:gs>
                <a:gs pos="34000">
                  <a:srgbClr val="379FDD"/>
                </a:gs>
                <a:gs pos="70000">
                  <a:srgbClr val="34A3E4"/>
                </a:gs>
                <a:gs pos="100000">
                  <a:srgbClr val="45A7E2"/>
                </a:gs>
              </a:gsLst>
              <a:path path="circle">
                <a:fillToRect l="50000" t="50000" r="50000" b="50000"/>
              </a:path>
              <a:tileRect/>
            </a:gradFill>
            <a:ln>
              <a:noFill/>
            </a:ln>
            <a:effectLst>
              <a:outerShdw blurRad="149987" dist="250190" dir="8460000" algn="ctr">
                <a:srgbClr val="000000">
                  <a:alpha val="28000"/>
                </a:srgbClr>
              </a:outerShdw>
            </a:effectLst>
            <a:sp3d prstMaterial="metal">
              <a:bevelT w="88900" h="88900"/>
            </a:sp3d>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MS PGothic" panose="020B0600070205080204" pitchFamily="34" charset="-128"/>
                <a:ea typeface="MS PGothic" panose="020B0600070205080204" pitchFamily="34" charset="-128"/>
              </a:endParaRPr>
            </a:p>
          </p:txBody>
        </p:sp>
        <p:sp>
          <p:nvSpPr>
            <p:cNvPr id="214" name="Google Shape;214;p33"/>
            <p:cNvSpPr txBox="1"/>
            <p:nvPr/>
          </p:nvSpPr>
          <p:spPr>
            <a:xfrm>
              <a:off x="1157566" y="4337900"/>
              <a:ext cx="1187915" cy="455329"/>
            </a:xfrm>
            <a:prstGeom prst="rect">
              <a:avLst/>
            </a:prstGeom>
            <a:noFill/>
            <a:ln>
              <a:noFill/>
            </a:ln>
            <a:effectLst>
              <a:outerShdw blurRad="149987" dist="250190" dir="8460000" algn="ctr">
                <a:srgbClr val="000000">
                  <a:alpha val="28000"/>
                </a:srgbClr>
              </a:outerShdw>
            </a:effectLst>
            <a:sp3d prstMaterial="metal">
              <a:bevelT w="88900" h="88900"/>
            </a:sp3d>
          </p:spPr>
          <p:txBody>
            <a:bodyPr spcFirstLastPara="1" wrap="square" lIns="26650" tIns="17775" rIns="26650" bIns="17775" anchor="ctr" anchorCtr="0">
              <a:noAutofit/>
            </a:bodyPr>
            <a:lstStyle/>
            <a:p>
              <a:pPr marL="0" marR="0" lvl="0" indent="0" algn="ctr" rtl="0">
                <a:lnSpc>
                  <a:spcPct val="90000"/>
                </a:lnSpc>
                <a:spcBef>
                  <a:spcPts val="0"/>
                </a:spcBef>
                <a:spcAft>
                  <a:spcPts val="0"/>
                </a:spcAft>
                <a:buClr>
                  <a:schemeClr val="lt1"/>
                </a:buClr>
                <a:buSzPts val="1400"/>
                <a:buFont typeface="Calibri"/>
                <a:buNone/>
              </a:pPr>
              <a:r>
                <a:rPr lang="es-MX" sz="1400" i="0" u="none" strike="noStrike" cap="none" dirty="0">
                  <a:solidFill>
                    <a:schemeClr val="lt1"/>
                  </a:solidFill>
                  <a:latin typeface="MS PGothic" panose="020B0600070205080204" pitchFamily="34" charset="-128"/>
                  <a:ea typeface="MS PGothic" panose="020B0600070205080204" pitchFamily="34" charset="-128"/>
                  <a:cs typeface="Calibri"/>
                  <a:sym typeface="Calibri"/>
                </a:rPr>
                <a:t>1er. ¿Por qué?</a:t>
              </a:r>
              <a:endParaRPr dirty="0">
                <a:latin typeface="MS PGothic" panose="020B0600070205080204" pitchFamily="34" charset="-128"/>
                <a:ea typeface="MS PGothic" panose="020B0600070205080204" pitchFamily="34" charset="-128"/>
              </a:endParaRPr>
            </a:p>
          </p:txBody>
        </p:sp>
        <p:sp>
          <p:nvSpPr>
            <p:cNvPr id="215" name="Google Shape;215;p33"/>
            <p:cNvSpPr/>
            <p:nvPr/>
          </p:nvSpPr>
          <p:spPr>
            <a:xfrm>
              <a:off x="2637941" y="3437022"/>
              <a:ext cx="1368278" cy="1128543"/>
            </a:xfrm>
            <a:prstGeom prst="roundRect">
              <a:avLst>
                <a:gd name="adj" fmla="val 10000"/>
              </a:avLst>
            </a:prstGeom>
            <a:solidFill>
              <a:schemeClr val="lt1">
                <a:alpha val="89803"/>
              </a:schemeClr>
            </a:solidFill>
            <a:ln w="12700" cap="flat" cmpd="sng">
              <a:noFill/>
              <a:prstDash val="solid"/>
              <a:round/>
              <a:headEnd type="none" w="sm" len="sm"/>
              <a:tailEnd type="none" w="sm" len="sm"/>
            </a:ln>
            <a:effectLst>
              <a:outerShdw blurRad="149987" dist="250190" dir="8460000" algn="ctr">
                <a:srgbClr val="000000">
                  <a:alpha val="28000"/>
                </a:srgbClr>
              </a:outerShdw>
            </a:effectLst>
            <a:sp3d prstMaterial="metal">
              <a:bevelT w="88900" h="88900"/>
            </a:sp3d>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MS PGothic" panose="020B0600070205080204" pitchFamily="34" charset="-128"/>
                <a:ea typeface="MS PGothic" panose="020B0600070205080204" pitchFamily="34" charset="-128"/>
              </a:endParaRPr>
            </a:p>
          </p:txBody>
        </p:sp>
        <p:sp>
          <p:nvSpPr>
            <p:cNvPr id="216" name="Google Shape;216;p33"/>
            <p:cNvSpPr txBox="1"/>
            <p:nvPr/>
          </p:nvSpPr>
          <p:spPr>
            <a:xfrm>
              <a:off x="2663912" y="3704824"/>
              <a:ext cx="1494338" cy="834770"/>
            </a:xfrm>
            <a:prstGeom prst="rect">
              <a:avLst/>
            </a:prstGeom>
            <a:noFill/>
            <a:ln>
              <a:noFill/>
            </a:ln>
            <a:effectLst>
              <a:outerShdw blurRad="149987" dist="250190" dir="8460000" algn="ctr">
                <a:srgbClr val="000000">
                  <a:alpha val="28000"/>
                </a:srgbClr>
              </a:outerShdw>
            </a:effectLst>
            <a:sp3d prstMaterial="metal">
              <a:bevelT w="88900" h="88900"/>
            </a:sp3d>
          </p:spPr>
          <p:txBody>
            <a:bodyPr spcFirstLastPara="1" wrap="square" lIns="11425" tIns="11425" rIns="11425" bIns="11425" anchor="t" anchorCtr="0">
              <a:noAutofit/>
            </a:bodyPr>
            <a:lstStyle/>
            <a:p>
              <a:pPr marL="57150" marR="0" lvl="1" indent="-57150" algn="l" rtl="0">
                <a:lnSpc>
                  <a:spcPct val="90000"/>
                </a:lnSpc>
                <a:spcBef>
                  <a:spcPts val="0"/>
                </a:spcBef>
                <a:spcAft>
                  <a:spcPts val="0"/>
                </a:spcAft>
                <a:buClr>
                  <a:schemeClr val="dk1"/>
                </a:buClr>
                <a:buSzPts val="600"/>
                <a:buFont typeface="Calibri"/>
                <a:buChar char="•"/>
              </a:pPr>
              <a:r>
                <a:rPr lang="es-MX" sz="900" b="1" i="0" u="none" strike="noStrike" cap="none" dirty="0">
                  <a:solidFill>
                    <a:schemeClr val="dk1"/>
                  </a:solidFill>
                  <a:latin typeface="MS PGothic" panose="020B0600070205080204" pitchFamily="34" charset="-128"/>
                  <a:ea typeface="MS PGothic" panose="020B0600070205080204" pitchFamily="34" charset="-128"/>
                  <a:cs typeface="Calibri"/>
                  <a:sym typeface="Calibri"/>
                </a:rPr>
                <a:t> Hay falta de claridad en la información de los requisitos.</a:t>
              </a:r>
              <a:endParaRPr sz="900" b="1" dirty="0">
                <a:latin typeface="MS PGothic" panose="020B0600070205080204" pitchFamily="34" charset="-128"/>
                <a:ea typeface="MS PGothic" panose="020B0600070205080204" pitchFamily="34" charset="-128"/>
              </a:endParaRPr>
            </a:p>
            <a:p>
              <a:pPr marL="57150" marR="0" lvl="1" indent="-19050" algn="l" rtl="0">
                <a:lnSpc>
                  <a:spcPct val="90000"/>
                </a:lnSpc>
                <a:spcBef>
                  <a:spcPts val="90"/>
                </a:spcBef>
                <a:spcAft>
                  <a:spcPts val="0"/>
                </a:spcAft>
                <a:buClr>
                  <a:schemeClr val="dk1"/>
                </a:buClr>
                <a:buSzPts val="600"/>
                <a:buFont typeface="Calibri"/>
                <a:buNone/>
              </a:pPr>
              <a:endParaRPr sz="900" b="1" i="0" u="none" strike="noStrike" cap="none" dirty="0">
                <a:solidFill>
                  <a:schemeClr val="dk1"/>
                </a:solidFill>
                <a:latin typeface="MS PGothic" panose="020B0600070205080204" pitchFamily="34" charset="-128"/>
                <a:ea typeface="MS PGothic" panose="020B0600070205080204" pitchFamily="34" charset="-128"/>
                <a:cs typeface="Calibri"/>
                <a:sym typeface="Calibri"/>
              </a:endParaRPr>
            </a:p>
            <a:p>
              <a:pPr marL="57150" marR="0" lvl="1" indent="-57150" algn="l" rtl="0">
                <a:lnSpc>
                  <a:spcPct val="90000"/>
                </a:lnSpc>
                <a:spcBef>
                  <a:spcPts val="90"/>
                </a:spcBef>
                <a:spcAft>
                  <a:spcPts val="0"/>
                </a:spcAft>
                <a:buClr>
                  <a:schemeClr val="dk1"/>
                </a:buClr>
                <a:buSzPts val="600"/>
                <a:buFont typeface="Calibri"/>
                <a:buChar char="•"/>
              </a:pPr>
              <a:r>
                <a:rPr lang="es-MX" sz="900" b="1" i="0" u="none" strike="noStrike" cap="none" dirty="0">
                  <a:solidFill>
                    <a:schemeClr val="dk1"/>
                  </a:solidFill>
                  <a:latin typeface="MS PGothic" panose="020B0600070205080204" pitchFamily="34" charset="-128"/>
                  <a:ea typeface="MS PGothic" panose="020B0600070205080204" pitchFamily="34" charset="-128"/>
                  <a:cs typeface="Calibri"/>
                  <a:sym typeface="Calibri"/>
                </a:rPr>
                <a:t>Y los MACS interpretan de diferentes maneras los medios de identificación para operar y realizar el trámite.</a:t>
              </a:r>
              <a:endParaRPr sz="900" b="1" dirty="0">
                <a:latin typeface="MS PGothic" panose="020B0600070205080204" pitchFamily="34" charset="-128"/>
                <a:ea typeface="MS PGothic" panose="020B0600070205080204" pitchFamily="34" charset="-128"/>
              </a:endParaRPr>
            </a:p>
          </p:txBody>
        </p:sp>
        <p:sp>
          <p:nvSpPr>
            <p:cNvPr id="217" name="Google Shape;217;p33"/>
            <p:cNvSpPr/>
            <p:nvPr/>
          </p:nvSpPr>
          <p:spPr>
            <a:xfrm>
              <a:off x="3382639" y="2714789"/>
              <a:ext cx="1758733" cy="1758733"/>
            </a:xfrm>
            <a:custGeom>
              <a:avLst/>
              <a:gdLst/>
              <a:ahLst/>
              <a:cxnLst/>
              <a:rect l="l" t="t" r="r" b="b"/>
              <a:pathLst>
                <a:path w="120000" h="120000" extrusionOk="0">
                  <a:moveTo>
                    <a:pt x="9979" y="31966"/>
                  </a:moveTo>
                  <a:lnTo>
                    <a:pt x="9979" y="31966"/>
                  </a:lnTo>
                  <a:cubicBezTo>
                    <a:pt x="19490" y="14995"/>
                    <a:pt x="36958" y="4004"/>
                    <a:pt x="56374" y="2773"/>
                  </a:cubicBezTo>
                  <a:cubicBezTo>
                    <a:pt x="75790" y="1543"/>
                    <a:pt x="94505" y="10241"/>
                    <a:pt x="106083" y="25876"/>
                  </a:cubicBezTo>
                  <a:lnTo>
                    <a:pt x="108375" y="24557"/>
                  </a:lnTo>
                  <a:lnTo>
                    <a:pt x="107973" y="32397"/>
                  </a:lnTo>
                  <a:lnTo>
                    <a:pt x="100310" y="29198"/>
                  </a:lnTo>
                  <a:lnTo>
                    <a:pt x="102602" y="27879"/>
                  </a:lnTo>
                  <a:cubicBezTo>
                    <a:pt x="91753" y="13491"/>
                    <a:pt x="74374" y="5551"/>
                    <a:pt x="56395" y="6768"/>
                  </a:cubicBezTo>
                  <a:cubicBezTo>
                    <a:pt x="38417" y="7986"/>
                    <a:pt x="22267" y="18196"/>
                    <a:pt x="13457" y="33916"/>
                  </a:cubicBezTo>
                  <a:close/>
                </a:path>
              </a:pathLst>
            </a:custGeom>
            <a:gradFill>
              <a:gsLst>
                <a:gs pos="0">
                  <a:srgbClr val="3090E1"/>
                </a:gs>
                <a:gs pos="34000">
                  <a:srgbClr val="3491E0"/>
                </a:gs>
                <a:gs pos="70000">
                  <a:srgbClr val="3293E6"/>
                </a:gs>
                <a:gs pos="100000">
                  <a:srgbClr val="439AE4"/>
                </a:gs>
              </a:gsLst>
              <a:path path="circle">
                <a:fillToRect l="50000" t="50000" r="50000" b="50000"/>
              </a:path>
              <a:tileRect/>
            </a:gradFill>
            <a:ln>
              <a:noFill/>
            </a:ln>
            <a:effectLst>
              <a:outerShdw blurRad="149987" dist="250190" dir="8460000" algn="ctr">
                <a:srgbClr val="000000">
                  <a:alpha val="28000"/>
                </a:srgbClr>
              </a:outerShdw>
            </a:effectLst>
            <a:sp3d prstMaterial="metal"/>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MS PGothic" panose="020B0600070205080204" pitchFamily="34" charset="-128"/>
                <a:ea typeface="MS PGothic" panose="020B0600070205080204" pitchFamily="34" charset="-128"/>
              </a:endParaRPr>
            </a:p>
          </p:txBody>
        </p:sp>
        <p:sp>
          <p:nvSpPr>
            <p:cNvPr id="218" name="Google Shape;218;p33"/>
            <p:cNvSpPr/>
            <p:nvPr/>
          </p:nvSpPr>
          <p:spPr>
            <a:xfrm>
              <a:off x="2942003" y="3195191"/>
              <a:ext cx="1216247" cy="483661"/>
            </a:xfrm>
            <a:prstGeom prst="roundRect">
              <a:avLst>
                <a:gd name="adj" fmla="val 10000"/>
              </a:avLst>
            </a:prstGeom>
            <a:gradFill>
              <a:gsLst>
                <a:gs pos="0">
                  <a:srgbClr val="3092E1"/>
                </a:gs>
                <a:gs pos="34000">
                  <a:srgbClr val="3493E0"/>
                </a:gs>
                <a:gs pos="70000">
                  <a:srgbClr val="3296E6"/>
                </a:gs>
                <a:gs pos="100000">
                  <a:srgbClr val="439CE4"/>
                </a:gs>
              </a:gsLst>
              <a:path path="circle">
                <a:fillToRect l="50000" t="50000" r="50000" b="50000"/>
              </a:path>
              <a:tileRect/>
            </a:gradFill>
            <a:ln>
              <a:noFill/>
            </a:ln>
            <a:effectLst>
              <a:outerShdw blurRad="149987" dist="250190" dir="8460000" algn="ctr">
                <a:srgbClr val="000000">
                  <a:alpha val="28000"/>
                </a:srgbClr>
              </a:outerShdw>
            </a:effectLst>
            <a:sp3d prstMaterial="metal">
              <a:bevelT w="88900" h="88900"/>
            </a:sp3d>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MS PGothic" panose="020B0600070205080204" pitchFamily="34" charset="-128"/>
                <a:ea typeface="MS PGothic" panose="020B0600070205080204" pitchFamily="34" charset="-128"/>
              </a:endParaRPr>
            </a:p>
          </p:txBody>
        </p:sp>
        <p:sp>
          <p:nvSpPr>
            <p:cNvPr id="219" name="Google Shape;219;p33"/>
            <p:cNvSpPr txBox="1"/>
            <p:nvPr/>
          </p:nvSpPr>
          <p:spPr>
            <a:xfrm>
              <a:off x="2956169" y="3209357"/>
              <a:ext cx="1187915" cy="455329"/>
            </a:xfrm>
            <a:prstGeom prst="rect">
              <a:avLst/>
            </a:prstGeom>
            <a:noFill/>
            <a:ln>
              <a:noFill/>
            </a:ln>
            <a:effectLst>
              <a:outerShdw blurRad="149987" dist="250190" dir="8460000" algn="ctr">
                <a:srgbClr val="000000">
                  <a:alpha val="28000"/>
                </a:srgbClr>
              </a:outerShdw>
            </a:effectLst>
            <a:sp3d prstMaterial="metal">
              <a:bevelT w="88900" h="88900"/>
            </a:sp3d>
          </p:spPr>
          <p:txBody>
            <a:bodyPr spcFirstLastPara="1" wrap="square" lIns="26650" tIns="17775" rIns="26650" bIns="17775" anchor="ctr" anchorCtr="0">
              <a:noAutofit/>
            </a:bodyPr>
            <a:lstStyle/>
            <a:p>
              <a:pPr marL="0" marR="0" lvl="0" indent="0" algn="ctr" rtl="0">
                <a:lnSpc>
                  <a:spcPct val="90000"/>
                </a:lnSpc>
                <a:spcBef>
                  <a:spcPts val="0"/>
                </a:spcBef>
                <a:spcAft>
                  <a:spcPts val="0"/>
                </a:spcAft>
                <a:buClr>
                  <a:schemeClr val="lt1"/>
                </a:buClr>
                <a:buSzPts val="1400"/>
                <a:buFont typeface="Calibri"/>
                <a:buNone/>
              </a:pPr>
              <a:r>
                <a:rPr lang="es-MX" sz="1400" i="0" u="none" strike="noStrike" cap="none" dirty="0">
                  <a:solidFill>
                    <a:schemeClr val="lt1"/>
                  </a:solidFill>
                  <a:latin typeface="MS PGothic" panose="020B0600070205080204" pitchFamily="34" charset="-128"/>
                  <a:ea typeface="MS PGothic" panose="020B0600070205080204" pitchFamily="34" charset="-128"/>
                  <a:cs typeface="Calibri"/>
                  <a:sym typeface="Calibri"/>
                </a:rPr>
                <a:t>2do. ¿Por qué?</a:t>
              </a:r>
              <a:endParaRPr dirty="0">
                <a:latin typeface="MS PGothic" panose="020B0600070205080204" pitchFamily="34" charset="-128"/>
                <a:ea typeface="MS PGothic" panose="020B0600070205080204" pitchFamily="34" charset="-128"/>
              </a:endParaRPr>
            </a:p>
          </p:txBody>
        </p:sp>
        <p:sp>
          <p:nvSpPr>
            <p:cNvPr id="220" name="Google Shape;220;p33"/>
            <p:cNvSpPr/>
            <p:nvPr/>
          </p:nvSpPr>
          <p:spPr>
            <a:xfrm>
              <a:off x="4429620" y="3428998"/>
              <a:ext cx="1368278" cy="1128543"/>
            </a:xfrm>
            <a:prstGeom prst="roundRect">
              <a:avLst>
                <a:gd name="adj" fmla="val 10000"/>
              </a:avLst>
            </a:prstGeom>
            <a:solidFill>
              <a:schemeClr val="lt1">
                <a:alpha val="89803"/>
              </a:schemeClr>
            </a:solidFill>
            <a:ln w="12700" cap="flat" cmpd="sng">
              <a:noFill/>
              <a:prstDash val="solid"/>
              <a:round/>
              <a:headEnd type="none" w="sm" len="sm"/>
              <a:tailEnd type="none" w="sm" len="sm"/>
            </a:ln>
            <a:effectLst>
              <a:outerShdw blurRad="149987" dist="250190" dir="8460000" algn="ctr">
                <a:srgbClr val="000000">
                  <a:alpha val="28000"/>
                </a:srgbClr>
              </a:outerShdw>
            </a:effectLst>
            <a:sp3d prstMaterial="metal">
              <a:bevelT w="88900" h="88900"/>
            </a:sp3d>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MS PGothic" panose="020B0600070205080204" pitchFamily="34" charset="-128"/>
                <a:ea typeface="MS PGothic" panose="020B0600070205080204" pitchFamily="34" charset="-128"/>
              </a:endParaRPr>
            </a:p>
          </p:txBody>
        </p:sp>
        <p:sp>
          <p:nvSpPr>
            <p:cNvPr id="221" name="Google Shape;221;p33"/>
            <p:cNvSpPr txBox="1"/>
            <p:nvPr/>
          </p:nvSpPr>
          <p:spPr>
            <a:xfrm>
              <a:off x="4455590" y="3454969"/>
              <a:ext cx="1501261" cy="834770"/>
            </a:xfrm>
            <a:prstGeom prst="rect">
              <a:avLst/>
            </a:prstGeom>
            <a:noFill/>
            <a:ln>
              <a:noFill/>
            </a:ln>
            <a:effectLst>
              <a:outerShdw blurRad="149987" dist="250190" dir="8460000" algn="ctr">
                <a:srgbClr val="000000">
                  <a:alpha val="28000"/>
                </a:srgbClr>
              </a:outerShdw>
            </a:effectLst>
            <a:sp3d prstMaterial="metal">
              <a:bevelT w="88900" h="88900"/>
            </a:sp3d>
          </p:spPr>
          <p:txBody>
            <a:bodyPr spcFirstLastPara="1" wrap="square" lIns="11425" tIns="11425" rIns="11425" bIns="11425" anchor="t" anchorCtr="0">
              <a:noAutofit/>
            </a:bodyPr>
            <a:lstStyle/>
            <a:p>
              <a:pPr marL="57150" marR="0" lvl="1" indent="-57150" algn="l" rtl="0">
                <a:lnSpc>
                  <a:spcPct val="90000"/>
                </a:lnSpc>
                <a:spcBef>
                  <a:spcPts val="0"/>
                </a:spcBef>
                <a:spcAft>
                  <a:spcPts val="0"/>
                </a:spcAft>
                <a:buClr>
                  <a:schemeClr val="dk1"/>
                </a:buClr>
                <a:buSzPts val="600"/>
                <a:buFont typeface="Calibri"/>
                <a:buChar char="•"/>
              </a:pPr>
              <a:r>
                <a:rPr lang="es-MX" sz="900" b="1" i="0" u="none" strike="noStrike" cap="none" dirty="0">
                  <a:solidFill>
                    <a:schemeClr val="dk1"/>
                  </a:solidFill>
                  <a:latin typeface="MS PGothic" panose="020B0600070205080204" pitchFamily="34" charset="-128"/>
                  <a:ea typeface="MS PGothic" panose="020B0600070205080204" pitchFamily="34" charset="-128"/>
                  <a:cs typeface="Calibri"/>
                  <a:sym typeface="Calibri"/>
                </a:rPr>
                <a:t>Campañas de difusión de requisitos sean limitadas y poco efectivas en nuestros Distritos y MACS.</a:t>
              </a:r>
              <a:endParaRPr sz="900" b="1" dirty="0">
                <a:latin typeface="MS PGothic" panose="020B0600070205080204" pitchFamily="34" charset="-128"/>
                <a:ea typeface="MS PGothic" panose="020B0600070205080204" pitchFamily="34" charset="-128"/>
              </a:endParaRPr>
            </a:p>
            <a:p>
              <a:pPr marL="57150" marR="0" lvl="1" indent="-57150" algn="l" rtl="0">
                <a:lnSpc>
                  <a:spcPct val="90000"/>
                </a:lnSpc>
                <a:spcBef>
                  <a:spcPts val="90"/>
                </a:spcBef>
                <a:spcAft>
                  <a:spcPts val="0"/>
                </a:spcAft>
                <a:buClr>
                  <a:schemeClr val="dk1"/>
                </a:buClr>
                <a:buSzPts val="600"/>
                <a:buFont typeface="Calibri"/>
                <a:buChar char="•"/>
              </a:pPr>
              <a:r>
                <a:rPr lang="es-MX" sz="900" b="1" i="0" u="none" strike="noStrike" cap="none" dirty="0" smtClean="0">
                  <a:solidFill>
                    <a:schemeClr val="dk1"/>
                  </a:solidFill>
                  <a:latin typeface="MS PGothic" panose="020B0600070205080204" pitchFamily="34" charset="-128"/>
                  <a:ea typeface="MS PGothic" panose="020B0600070205080204" pitchFamily="34" charset="-128"/>
                  <a:cs typeface="Calibri"/>
                  <a:sym typeface="Calibri"/>
                </a:rPr>
                <a:t>Y </a:t>
              </a:r>
              <a:r>
                <a:rPr lang="es-MX" sz="900" b="1" i="0" u="none" strike="noStrike" cap="none" dirty="0">
                  <a:solidFill>
                    <a:schemeClr val="dk1"/>
                  </a:solidFill>
                  <a:latin typeface="MS PGothic" panose="020B0600070205080204" pitchFamily="34" charset="-128"/>
                  <a:ea typeface="MS PGothic" panose="020B0600070205080204" pitchFamily="34" charset="-128"/>
                  <a:cs typeface="Calibri"/>
                  <a:sym typeface="Calibri"/>
                </a:rPr>
                <a:t>también provoca ,inconsistencias en la comunicación, aplicación, seguimiento a la normatividad operativa de MAC</a:t>
              </a:r>
              <a:endParaRPr sz="900" b="1" dirty="0">
                <a:latin typeface="MS PGothic" panose="020B0600070205080204" pitchFamily="34" charset="-128"/>
                <a:ea typeface="MS PGothic" panose="020B0600070205080204" pitchFamily="34" charset="-128"/>
              </a:endParaRPr>
            </a:p>
          </p:txBody>
        </p:sp>
        <p:sp>
          <p:nvSpPr>
            <p:cNvPr id="222" name="Google Shape;222;p33"/>
            <p:cNvSpPr/>
            <p:nvPr/>
          </p:nvSpPr>
          <p:spPr>
            <a:xfrm>
              <a:off x="5188346" y="3654599"/>
              <a:ext cx="1579920" cy="1579920"/>
            </a:xfrm>
            <a:custGeom>
              <a:avLst/>
              <a:gdLst/>
              <a:ahLst/>
              <a:cxnLst/>
              <a:rect l="l" t="t" r="r" b="b"/>
              <a:pathLst>
                <a:path w="120000" h="120000" extrusionOk="0">
                  <a:moveTo>
                    <a:pt x="10580" y="88482"/>
                  </a:moveTo>
                  <a:lnTo>
                    <a:pt x="14425" y="86265"/>
                  </a:lnTo>
                  <a:lnTo>
                    <a:pt x="14425" y="86265"/>
                  </a:lnTo>
                  <a:cubicBezTo>
                    <a:pt x="23222" y="101529"/>
                    <a:pt x="39077" y="111376"/>
                    <a:pt x="56658" y="112495"/>
                  </a:cubicBezTo>
                  <a:cubicBezTo>
                    <a:pt x="74240" y="113614"/>
                    <a:pt x="91215" y="105858"/>
                    <a:pt x="101876" y="91832"/>
                  </a:cubicBezTo>
                  <a:lnTo>
                    <a:pt x="99312" y="90397"/>
                  </a:lnTo>
                  <a:lnTo>
                    <a:pt x="107841" y="86768"/>
                  </a:lnTo>
                  <a:lnTo>
                    <a:pt x="108351" y="95455"/>
                  </a:lnTo>
                  <a:lnTo>
                    <a:pt x="105785" y="94019"/>
                  </a:lnTo>
                  <a:cubicBezTo>
                    <a:pt x="94325" y="109443"/>
                    <a:pt x="75870" y="118060"/>
                    <a:pt x="56688" y="116944"/>
                  </a:cubicBezTo>
                  <a:cubicBezTo>
                    <a:pt x="37506" y="115828"/>
                    <a:pt x="20174" y="105130"/>
                    <a:pt x="10580" y="88482"/>
                  </a:cubicBezTo>
                  <a:close/>
                </a:path>
              </a:pathLst>
            </a:custGeom>
            <a:gradFill>
              <a:gsLst>
                <a:gs pos="0">
                  <a:srgbClr val="2D81E5"/>
                </a:gs>
                <a:gs pos="34000">
                  <a:srgbClr val="3283E3"/>
                </a:gs>
                <a:gs pos="70000">
                  <a:srgbClr val="2F85EA"/>
                </a:gs>
                <a:gs pos="100000">
                  <a:srgbClr val="418DE7"/>
                </a:gs>
              </a:gsLst>
              <a:path path="circle">
                <a:fillToRect l="50000" t="50000" r="50000" b="50000"/>
              </a:path>
              <a:tileRect/>
            </a:gradFill>
            <a:ln>
              <a:noFill/>
            </a:ln>
            <a:effectLst>
              <a:outerShdw blurRad="149987" dist="250190" dir="8460000" algn="ctr">
                <a:srgbClr val="000000">
                  <a:alpha val="28000"/>
                </a:srgbClr>
              </a:outerShdw>
            </a:effectLst>
            <a:sp3d prstMaterial="metal"/>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MS PGothic" panose="020B0600070205080204" pitchFamily="34" charset="-128"/>
                <a:ea typeface="MS PGothic" panose="020B0600070205080204" pitchFamily="34" charset="-128"/>
              </a:endParaRPr>
            </a:p>
          </p:txBody>
        </p:sp>
        <p:sp>
          <p:nvSpPr>
            <p:cNvPr id="223" name="Google Shape;223;p33"/>
            <p:cNvSpPr/>
            <p:nvPr/>
          </p:nvSpPr>
          <p:spPr>
            <a:xfrm>
              <a:off x="4740605" y="4323734"/>
              <a:ext cx="1216247" cy="483661"/>
            </a:xfrm>
            <a:prstGeom prst="roundRect">
              <a:avLst>
                <a:gd name="adj" fmla="val 10000"/>
              </a:avLst>
            </a:prstGeom>
            <a:gradFill>
              <a:gsLst>
                <a:gs pos="0">
                  <a:srgbClr val="2F86E3"/>
                </a:gs>
                <a:gs pos="34000">
                  <a:srgbClr val="3388E2"/>
                </a:gs>
                <a:gs pos="70000">
                  <a:srgbClr val="308AE9"/>
                </a:gs>
                <a:gs pos="100000">
                  <a:srgbClr val="4291E6"/>
                </a:gs>
              </a:gsLst>
              <a:path path="circle">
                <a:fillToRect l="50000" t="50000" r="50000" b="50000"/>
              </a:path>
              <a:tileRect/>
            </a:gradFill>
            <a:ln>
              <a:noFill/>
            </a:ln>
            <a:effectLst>
              <a:outerShdw blurRad="149987" dist="250190" dir="8460000" algn="ctr">
                <a:srgbClr val="000000">
                  <a:alpha val="28000"/>
                </a:srgbClr>
              </a:outerShdw>
            </a:effectLst>
            <a:sp3d prstMaterial="metal">
              <a:bevelT w="88900" h="88900"/>
            </a:sp3d>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MS PGothic" panose="020B0600070205080204" pitchFamily="34" charset="-128"/>
                <a:ea typeface="MS PGothic" panose="020B0600070205080204" pitchFamily="34" charset="-128"/>
              </a:endParaRPr>
            </a:p>
          </p:txBody>
        </p:sp>
        <p:sp>
          <p:nvSpPr>
            <p:cNvPr id="224" name="Google Shape;224;p33"/>
            <p:cNvSpPr txBox="1"/>
            <p:nvPr/>
          </p:nvSpPr>
          <p:spPr>
            <a:xfrm>
              <a:off x="4754771" y="4337900"/>
              <a:ext cx="1187915" cy="455329"/>
            </a:xfrm>
            <a:prstGeom prst="rect">
              <a:avLst/>
            </a:prstGeom>
            <a:noFill/>
            <a:ln>
              <a:noFill/>
            </a:ln>
            <a:effectLst>
              <a:outerShdw blurRad="149987" dist="250190" dir="8460000" algn="ctr">
                <a:srgbClr val="000000">
                  <a:alpha val="28000"/>
                </a:srgbClr>
              </a:outerShdw>
            </a:effectLst>
            <a:sp3d prstMaterial="metal">
              <a:bevelT w="88900" h="88900"/>
            </a:sp3d>
          </p:spPr>
          <p:txBody>
            <a:bodyPr spcFirstLastPara="1" wrap="square" lIns="26650" tIns="17775" rIns="26650" bIns="17775" anchor="ctr" anchorCtr="0">
              <a:noAutofit/>
            </a:bodyPr>
            <a:lstStyle/>
            <a:p>
              <a:pPr marL="0" marR="0" lvl="0" indent="0" algn="ctr" rtl="0">
                <a:lnSpc>
                  <a:spcPct val="90000"/>
                </a:lnSpc>
                <a:spcBef>
                  <a:spcPts val="0"/>
                </a:spcBef>
                <a:spcAft>
                  <a:spcPts val="0"/>
                </a:spcAft>
                <a:buClr>
                  <a:schemeClr val="lt1"/>
                </a:buClr>
                <a:buSzPts val="1400"/>
                <a:buFont typeface="Calibri"/>
                <a:buNone/>
              </a:pPr>
              <a:r>
                <a:rPr lang="es-MX" sz="1400" i="0" u="none" strike="noStrike" cap="none" dirty="0">
                  <a:solidFill>
                    <a:schemeClr val="lt1"/>
                  </a:solidFill>
                  <a:latin typeface="MS PGothic" panose="020B0600070205080204" pitchFamily="34" charset="-128"/>
                  <a:ea typeface="MS PGothic" panose="020B0600070205080204" pitchFamily="34" charset="-128"/>
                  <a:cs typeface="Calibri"/>
                  <a:sym typeface="Calibri"/>
                </a:rPr>
                <a:t>3er. ¿Por qué?</a:t>
              </a:r>
              <a:endParaRPr dirty="0">
                <a:latin typeface="MS PGothic" panose="020B0600070205080204" pitchFamily="34" charset="-128"/>
                <a:ea typeface="MS PGothic" panose="020B0600070205080204" pitchFamily="34" charset="-128"/>
              </a:endParaRPr>
            </a:p>
          </p:txBody>
        </p:sp>
        <p:sp>
          <p:nvSpPr>
            <p:cNvPr id="225" name="Google Shape;225;p33"/>
            <p:cNvSpPr/>
            <p:nvPr/>
          </p:nvSpPr>
          <p:spPr>
            <a:xfrm>
              <a:off x="6224761" y="3428998"/>
              <a:ext cx="1368278" cy="1128543"/>
            </a:xfrm>
            <a:prstGeom prst="roundRect">
              <a:avLst>
                <a:gd name="adj" fmla="val 10000"/>
              </a:avLst>
            </a:prstGeom>
            <a:solidFill>
              <a:schemeClr val="lt1">
                <a:alpha val="89803"/>
              </a:schemeClr>
            </a:solidFill>
            <a:ln w="12700" cap="flat" cmpd="sng">
              <a:noFill/>
              <a:prstDash val="solid"/>
              <a:round/>
              <a:headEnd type="none" w="sm" len="sm"/>
              <a:tailEnd type="none" w="sm" len="sm"/>
            </a:ln>
            <a:effectLst>
              <a:outerShdw blurRad="149987" dist="250190" dir="8460000" algn="ctr">
                <a:srgbClr val="000000">
                  <a:alpha val="28000"/>
                </a:srgbClr>
              </a:outerShdw>
            </a:effectLst>
            <a:sp3d prstMaterial="metal">
              <a:bevelT w="88900" h="88900"/>
            </a:sp3d>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MS PGothic" panose="020B0600070205080204" pitchFamily="34" charset="-128"/>
                <a:ea typeface="MS PGothic" panose="020B0600070205080204" pitchFamily="34" charset="-128"/>
              </a:endParaRPr>
            </a:p>
          </p:txBody>
        </p:sp>
        <p:sp>
          <p:nvSpPr>
            <p:cNvPr id="226" name="Google Shape;226;p33"/>
            <p:cNvSpPr txBox="1"/>
            <p:nvPr/>
          </p:nvSpPr>
          <p:spPr>
            <a:xfrm>
              <a:off x="6250731" y="3696800"/>
              <a:ext cx="1527641" cy="1094548"/>
            </a:xfrm>
            <a:prstGeom prst="rect">
              <a:avLst/>
            </a:prstGeom>
            <a:noFill/>
            <a:ln>
              <a:noFill/>
            </a:ln>
            <a:effectLst>
              <a:outerShdw blurRad="149987" dist="250190" dir="8460000" algn="ctr">
                <a:srgbClr val="000000">
                  <a:alpha val="28000"/>
                </a:srgbClr>
              </a:outerShdw>
            </a:effectLst>
            <a:sp3d prstMaterial="metal">
              <a:bevelT w="88900" h="88900"/>
            </a:sp3d>
          </p:spPr>
          <p:txBody>
            <a:bodyPr spcFirstLastPara="1" wrap="square" lIns="11425" tIns="11425" rIns="11425" bIns="11425" anchor="t" anchorCtr="0">
              <a:noAutofit/>
            </a:bodyPr>
            <a:lstStyle/>
            <a:p>
              <a:pPr marL="57150" marR="0" lvl="1" indent="-57150" algn="l" rtl="0">
                <a:lnSpc>
                  <a:spcPct val="90000"/>
                </a:lnSpc>
                <a:spcBef>
                  <a:spcPts val="0"/>
                </a:spcBef>
                <a:spcAft>
                  <a:spcPts val="0"/>
                </a:spcAft>
                <a:buClr>
                  <a:schemeClr val="dk1"/>
                </a:buClr>
                <a:buSzPts val="600"/>
                <a:buFont typeface="Calibri"/>
                <a:buChar char="•"/>
              </a:pPr>
              <a:r>
                <a:rPr lang="es-MX" sz="900" b="1" i="0" u="none" strike="noStrike" cap="none" dirty="0">
                  <a:solidFill>
                    <a:schemeClr val="dk1"/>
                  </a:solidFill>
                  <a:latin typeface="MS PGothic" panose="020B0600070205080204" pitchFamily="34" charset="-128"/>
                  <a:ea typeface="MS PGothic" panose="020B0600070205080204" pitchFamily="34" charset="-128"/>
                  <a:cs typeface="Calibri"/>
                  <a:sym typeface="Calibri"/>
                </a:rPr>
                <a:t>No están los medios visuales adecuados para apoyar la información  de los requisitos (carteles, volante, </a:t>
              </a:r>
              <a:r>
                <a:rPr lang="es-MX" sz="900" b="1" i="0" u="none" strike="noStrike" cap="none" dirty="0" smtClean="0">
                  <a:solidFill>
                    <a:schemeClr val="dk1"/>
                  </a:solidFill>
                  <a:latin typeface="MS PGothic" panose="020B0600070205080204" pitchFamily="34" charset="-128"/>
                  <a:ea typeface="MS PGothic" panose="020B0600070205080204" pitchFamily="34" charset="-128"/>
                  <a:cs typeface="Calibri"/>
                  <a:sym typeface="Calibri"/>
                </a:rPr>
                <a:t>etc.)</a:t>
              </a:r>
              <a:endParaRPr sz="900" b="1" dirty="0">
                <a:latin typeface="MS PGothic" panose="020B0600070205080204" pitchFamily="34" charset="-128"/>
                <a:ea typeface="MS PGothic" panose="020B0600070205080204" pitchFamily="34" charset="-128"/>
              </a:endParaRPr>
            </a:p>
            <a:p>
              <a:pPr marL="57150" marR="0" lvl="1" indent="-57150" algn="l" rtl="0">
                <a:lnSpc>
                  <a:spcPct val="90000"/>
                </a:lnSpc>
                <a:spcBef>
                  <a:spcPts val="90"/>
                </a:spcBef>
                <a:spcAft>
                  <a:spcPts val="0"/>
                </a:spcAft>
                <a:buClr>
                  <a:schemeClr val="dk1"/>
                </a:buClr>
                <a:buSzPts val="600"/>
                <a:buFont typeface="Calibri"/>
                <a:buChar char="•"/>
              </a:pPr>
              <a:r>
                <a:rPr lang="es-MX" sz="900" b="1" i="0" u="none" strike="noStrike" cap="none" dirty="0">
                  <a:solidFill>
                    <a:schemeClr val="dk1"/>
                  </a:solidFill>
                  <a:latin typeface="MS PGothic" panose="020B0600070205080204" pitchFamily="34" charset="-128"/>
                  <a:ea typeface="MS PGothic" panose="020B0600070205080204" pitchFamily="34" charset="-128"/>
                  <a:cs typeface="Calibri"/>
                  <a:sym typeface="Calibri"/>
                </a:rPr>
                <a:t>La Participación, involucramiento de los VED, VRFE; RM’s y personal de MAC es limitado en la difusión.</a:t>
              </a:r>
              <a:endParaRPr sz="900" b="1" dirty="0">
                <a:latin typeface="MS PGothic" panose="020B0600070205080204" pitchFamily="34" charset="-128"/>
                <a:ea typeface="MS PGothic" panose="020B0600070205080204" pitchFamily="34" charset="-128"/>
              </a:endParaRPr>
            </a:p>
            <a:p>
              <a:pPr marL="57150" marR="0" lvl="1" indent="-57150" algn="l" rtl="0">
                <a:lnSpc>
                  <a:spcPct val="90000"/>
                </a:lnSpc>
                <a:spcBef>
                  <a:spcPts val="90"/>
                </a:spcBef>
                <a:spcAft>
                  <a:spcPts val="0"/>
                </a:spcAft>
                <a:buClr>
                  <a:schemeClr val="dk1"/>
                </a:buClr>
                <a:buSzPts val="600"/>
                <a:buFont typeface="Calibri"/>
                <a:buChar char="•"/>
              </a:pPr>
              <a:r>
                <a:rPr lang="es-MX" sz="900" b="1" i="0" u="none" strike="noStrike" cap="none" dirty="0" smtClean="0">
                  <a:solidFill>
                    <a:schemeClr val="dk1"/>
                  </a:solidFill>
                  <a:latin typeface="MS PGothic" panose="020B0600070205080204" pitchFamily="34" charset="-128"/>
                  <a:ea typeface="MS PGothic" panose="020B0600070205080204" pitchFamily="34" charset="-128"/>
                  <a:cs typeface="Calibri"/>
                  <a:sym typeface="Calibri"/>
                </a:rPr>
                <a:t>También </a:t>
              </a:r>
              <a:r>
                <a:rPr lang="es-MX" sz="900" b="1" i="0" u="none" strike="noStrike" cap="none" dirty="0">
                  <a:solidFill>
                    <a:schemeClr val="dk1"/>
                  </a:solidFill>
                  <a:latin typeface="MS PGothic" panose="020B0600070205080204" pitchFamily="34" charset="-128"/>
                  <a:ea typeface="MS PGothic" panose="020B0600070205080204" pitchFamily="34" charset="-128"/>
                  <a:cs typeface="Calibri"/>
                  <a:sym typeface="Calibri"/>
                </a:rPr>
                <a:t>existe desconocimiento de las necesidades y expectativas de las partes interesadas ( INE, Ciudadanía)</a:t>
              </a:r>
              <a:endParaRPr sz="900" b="1" dirty="0">
                <a:latin typeface="MS PGothic" panose="020B0600070205080204" pitchFamily="34" charset="-128"/>
                <a:ea typeface="MS PGothic" panose="020B0600070205080204" pitchFamily="34" charset="-128"/>
              </a:endParaRPr>
            </a:p>
          </p:txBody>
        </p:sp>
        <p:sp>
          <p:nvSpPr>
            <p:cNvPr id="227" name="Google Shape;227;p33"/>
            <p:cNvSpPr/>
            <p:nvPr/>
          </p:nvSpPr>
          <p:spPr>
            <a:xfrm>
              <a:off x="6977060" y="2716799"/>
              <a:ext cx="1766669" cy="1766669"/>
            </a:xfrm>
            <a:custGeom>
              <a:avLst/>
              <a:gdLst/>
              <a:ahLst/>
              <a:cxnLst/>
              <a:rect l="l" t="t" r="r" b="b"/>
              <a:pathLst>
                <a:path w="120000" h="120000" extrusionOk="0">
                  <a:moveTo>
                    <a:pt x="10127" y="31678"/>
                  </a:moveTo>
                  <a:lnTo>
                    <a:pt x="10127" y="31678"/>
                  </a:lnTo>
                  <a:cubicBezTo>
                    <a:pt x="19739" y="14752"/>
                    <a:pt x="37279" y="3856"/>
                    <a:pt x="56712" y="2740"/>
                  </a:cubicBezTo>
                  <a:cubicBezTo>
                    <a:pt x="76145" y="1624"/>
                    <a:pt x="94817" y="10441"/>
                    <a:pt x="106303" y="26155"/>
                  </a:cubicBezTo>
                  <a:lnTo>
                    <a:pt x="108592" y="24855"/>
                  </a:lnTo>
                  <a:lnTo>
                    <a:pt x="108147" y="32658"/>
                  </a:lnTo>
                  <a:lnTo>
                    <a:pt x="100539" y="29428"/>
                  </a:lnTo>
                  <a:lnTo>
                    <a:pt x="102827" y="28129"/>
                  </a:lnTo>
                  <a:lnTo>
                    <a:pt x="102827" y="28129"/>
                  </a:lnTo>
                  <a:cubicBezTo>
                    <a:pt x="92059" y="13660"/>
                    <a:pt x="74713" y="5606"/>
                    <a:pt x="56711" y="6717"/>
                  </a:cubicBezTo>
                  <a:cubicBezTo>
                    <a:pt x="38709" y="7828"/>
                    <a:pt x="22485" y="17954"/>
                    <a:pt x="13579" y="33638"/>
                  </a:cubicBezTo>
                  <a:close/>
                </a:path>
              </a:pathLst>
            </a:custGeom>
            <a:gradFill>
              <a:gsLst>
                <a:gs pos="0">
                  <a:srgbClr val="2C70E6"/>
                </a:gs>
                <a:gs pos="34000">
                  <a:srgbClr val="3073E6"/>
                </a:gs>
                <a:gs pos="70000">
                  <a:srgbClr val="2D74ED"/>
                </a:gs>
                <a:gs pos="100000">
                  <a:srgbClr val="407DE9"/>
                </a:gs>
              </a:gsLst>
              <a:path path="circle">
                <a:fillToRect l="50000" t="50000" r="50000" b="50000"/>
              </a:path>
              <a:tileRect/>
            </a:gradFill>
            <a:ln>
              <a:noFill/>
            </a:ln>
            <a:effectLst>
              <a:outerShdw blurRad="149987" dist="250190" dir="8460000" algn="ctr">
                <a:srgbClr val="000000">
                  <a:alpha val="28000"/>
                </a:srgbClr>
              </a:outerShdw>
            </a:effectLst>
            <a:sp3d prstMaterial="metal"/>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MS PGothic" panose="020B0600070205080204" pitchFamily="34" charset="-128"/>
                <a:ea typeface="MS PGothic" panose="020B0600070205080204" pitchFamily="34" charset="-128"/>
              </a:endParaRPr>
            </a:p>
          </p:txBody>
        </p:sp>
        <p:sp>
          <p:nvSpPr>
            <p:cNvPr id="228" name="Google Shape;228;p33"/>
            <p:cNvSpPr/>
            <p:nvPr/>
          </p:nvSpPr>
          <p:spPr>
            <a:xfrm>
              <a:off x="6539208" y="3195191"/>
              <a:ext cx="1216247" cy="483661"/>
            </a:xfrm>
            <a:prstGeom prst="roundRect">
              <a:avLst>
                <a:gd name="adj" fmla="val 10000"/>
              </a:avLst>
            </a:prstGeom>
            <a:gradFill>
              <a:gsLst>
                <a:gs pos="0">
                  <a:srgbClr val="2D7AE5"/>
                </a:gs>
                <a:gs pos="34000">
                  <a:srgbClr val="327BE4"/>
                </a:gs>
                <a:gs pos="70000">
                  <a:srgbClr val="2F7DEB"/>
                </a:gs>
                <a:gs pos="100000">
                  <a:srgbClr val="4186E8"/>
                </a:gs>
              </a:gsLst>
              <a:path path="circle">
                <a:fillToRect l="50000" t="50000" r="50000" b="50000"/>
              </a:path>
              <a:tileRect/>
            </a:gradFill>
            <a:ln>
              <a:noFill/>
            </a:ln>
            <a:effectLst>
              <a:outerShdw blurRad="149987" dist="250190" dir="8460000" algn="ctr">
                <a:srgbClr val="000000">
                  <a:alpha val="28000"/>
                </a:srgbClr>
              </a:outerShdw>
            </a:effectLst>
            <a:sp3d prstMaterial="metal">
              <a:bevelT w="88900" h="88900"/>
            </a:sp3d>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MS PGothic" panose="020B0600070205080204" pitchFamily="34" charset="-128"/>
                <a:ea typeface="MS PGothic" panose="020B0600070205080204" pitchFamily="34" charset="-128"/>
              </a:endParaRPr>
            </a:p>
          </p:txBody>
        </p:sp>
        <p:sp>
          <p:nvSpPr>
            <p:cNvPr id="229" name="Google Shape;229;p33"/>
            <p:cNvSpPr txBox="1"/>
            <p:nvPr/>
          </p:nvSpPr>
          <p:spPr>
            <a:xfrm>
              <a:off x="6553374" y="3209357"/>
              <a:ext cx="1187915" cy="455329"/>
            </a:xfrm>
            <a:prstGeom prst="rect">
              <a:avLst/>
            </a:prstGeom>
            <a:noFill/>
            <a:ln>
              <a:noFill/>
            </a:ln>
            <a:effectLst>
              <a:outerShdw blurRad="149987" dist="250190" dir="8460000" algn="ctr">
                <a:srgbClr val="000000">
                  <a:alpha val="28000"/>
                </a:srgbClr>
              </a:outerShdw>
            </a:effectLst>
            <a:sp3d prstMaterial="metal">
              <a:bevelT w="88900" h="88900"/>
            </a:sp3d>
          </p:spPr>
          <p:txBody>
            <a:bodyPr spcFirstLastPara="1" wrap="square" lIns="26650" tIns="17775" rIns="26650" bIns="17775" anchor="ctr" anchorCtr="0">
              <a:noAutofit/>
            </a:bodyPr>
            <a:lstStyle/>
            <a:p>
              <a:pPr marL="0" marR="0" lvl="0" indent="0" algn="ctr" rtl="0">
                <a:lnSpc>
                  <a:spcPct val="90000"/>
                </a:lnSpc>
                <a:spcBef>
                  <a:spcPts val="0"/>
                </a:spcBef>
                <a:spcAft>
                  <a:spcPts val="0"/>
                </a:spcAft>
                <a:buClr>
                  <a:schemeClr val="lt1"/>
                </a:buClr>
                <a:buSzPts val="1400"/>
                <a:buFont typeface="Calibri"/>
                <a:buNone/>
              </a:pPr>
              <a:r>
                <a:rPr lang="es-MX" sz="1400" i="0" u="none" strike="noStrike" cap="none" dirty="0">
                  <a:solidFill>
                    <a:schemeClr val="lt1"/>
                  </a:solidFill>
                  <a:latin typeface="MS PGothic" panose="020B0600070205080204" pitchFamily="34" charset="-128"/>
                  <a:ea typeface="MS PGothic" panose="020B0600070205080204" pitchFamily="34" charset="-128"/>
                  <a:cs typeface="Calibri"/>
                  <a:sym typeface="Calibri"/>
                </a:rPr>
                <a:t>4to. ¿Por qué?</a:t>
              </a:r>
              <a:endParaRPr dirty="0">
                <a:latin typeface="MS PGothic" panose="020B0600070205080204" pitchFamily="34" charset="-128"/>
                <a:ea typeface="MS PGothic" panose="020B0600070205080204" pitchFamily="34" charset="-128"/>
              </a:endParaRPr>
            </a:p>
          </p:txBody>
        </p:sp>
        <p:sp>
          <p:nvSpPr>
            <p:cNvPr id="230" name="Google Shape;230;p33"/>
            <p:cNvSpPr/>
            <p:nvPr/>
          </p:nvSpPr>
          <p:spPr>
            <a:xfrm>
              <a:off x="8033749" y="3437022"/>
              <a:ext cx="1368278" cy="1128543"/>
            </a:xfrm>
            <a:prstGeom prst="roundRect">
              <a:avLst>
                <a:gd name="adj" fmla="val 10000"/>
              </a:avLst>
            </a:prstGeom>
            <a:solidFill>
              <a:schemeClr val="lt1">
                <a:alpha val="89803"/>
              </a:schemeClr>
            </a:solidFill>
            <a:ln w="12700" cap="flat" cmpd="sng">
              <a:noFill/>
              <a:prstDash val="solid"/>
              <a:round/>
              <a:headEnd type="none" w="sm" len="sm"/>
              <a:tailEnd type="none" w="sm" len="sm"/>
            </a:ln>
            <a:effectLst>
              <a:outerShdw blurRad="149987" dist="250190" dir="8460000" algn="ctr">
                <a:srgbClr val="000000">
                  <a:alpha val="28000"/>
                </a:srgbClr>
              </a:outerShdw>
            </a:effectLst>
            <a:sp3d prstMaterial="metal">
              <a:bevelT w="88900" h="88900"/>
            </a:sp3d>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MS PGothic" panose="020B0600070205080204" pitchFamily="34" charset="-128"/>
                <a:ea typeface="MS PGothic" panose="020B0600070205080204" pitchFamily="34" charset="-128"/>
              </a:endParaRPr>
            </a:p>
          </p:txBody>
        </p:sp>
        <p:sp>
          <p:nvSpPr>
            <p:cNvPr id="231" name="Google Shape;231;p33"/>
            <p:cNvSpPr txBox="1"/>
            <p:nvPr/>
          </p:nvSpPr>
          <p:spPr>
            <a:xfrm>
              <a:off x="8059720" y="3462993"/>
              <a:ext cx="1418396" cy="834770"/>
            </a:xfrm>
            <a:prstGeom prst="rect">
              <a:avLst/>
            </a:prstGeom>
            <a:noFill/>
            <a:ln>
              <a:noFill/>
            </a:ln>
            <a:effectLst>
              <a:outerShdw blurRad="149987" dist="250190" dir="8460000" algn="ctr">
                <a:srgbClr val="000000">
                  <a:alpha val="28000"/>
                </a:srgbClr>
              </a:outerShdw>
            </a:effectLst>
            <a:sp3d prstMaterial="metal">
              <a:bevelT w="88900" h="88900"/>
            </a:sp3d>
          </p:spPr>
          <p:txBody>
            <a:bodyPr spcFirstLastPara="1" wrap="square" lIns="11425" tIns="11425" rIns="11425" bIns="11425" anchor="t" anchorCtr="0">
              <a:noAutofit/>
            </a:bodyPr>
            <a:lstStyle/>
            <a:p>
              <a:pPr marL="57150" marR="0" lvl="1" indent="-57150" algn="l" rtl="0">
                <a:lnSpc>
                  <a:spcPct val="90000"/>
                </a:lnSpc>
                <a:spcBef>
                  <a:spcPts val="0"/>
                </a:spcBef>
                <a:spcAft>
                  <a:spcPts val="0"/>
                </a:spcAft>
                <a:buClr>
                  <a:schemeClr val="dk1"/>
                </a:buClr>
                <a:buSzPts val="600"/>
                <a:buFont typeface="Calibri"/>
                <a:buChar char="•"/>
              </a:pPr>
              <a:r>
                <a:rPr lang="es-MX" sz="900" b="1" i="0" u="none" strike="noStrike" cap="none" dirty="0">
                  <a:solidFill>
                    <a:schemeClr val="dk1"/>
                  </a:solidFill>
                  <a:latin typeface="MS PGothic" panose="020B0600070205080204" pitchFamily="34" charset="-128"/>
                  <a:ea typeface="MS PGothic" panose="020B0600070205080204" pitchFamily="34" charset="-128"/>
                  <a:cs typeface="Calibri"/>
                  <a:sym typeface="Calibri"/>
                </a:rPr>
                <a:t> </a:t>
              </a:r>
              <a:r>
                <a:rPr lang="es-MX" sz="900" b="1" i="0" u="none" strike="noStrike" cap="none" dirty="0" smtClean="0">
                  <a:solidFill>
                    <a:schemeClr val="dk1"/>
                  </a:solidFill>
                  <a:latin typeface="MS PGothic" panose="020B0600070205080204" pitchFamily="34" charset="-128"/>
                  <a:ea typeface="MS PGothic" panose="020B0600070205080204" pitchFamily="34" charset="-128"/>
                  <a:cs typeface="Calibri"/>
                  <a:sym typeface="Calibri"/>
                </a:rPr>
                <a:t>Recursos </a:t>
              </a:r>
              <a:r>
                <a:rPr lang="es-MX" sz="900" b="1" i="0" u="none" strike="noStrike" cap="none" dirty="0">
                  <a:solidFill>
                    <a:schemeClr val="dk1"/>
                  </a:solidFill>
                  <a:latin typeface="MS PGothic" panose="020B0600070205080204" pitchFamily="34" charset="-128"/>
                  <a:ea typeface="MS PGothic" panose="020B0600070205080204" pitchFamily="34" charset="-128"/>
                  <a:cs typeface="Calibri"/>
                  <a:sym typeface="Calibri"/>
                </a:rPr>
                <a:t>limitados</a:t>
              </a:r>
              <a:endParaRPr sz="900" b="1" dirty="0">
                <a:latin typeface="MS PGothic" panose="020B0600070205080204" pitchFamily="34" charset="-128"/>
                <a:ea typeface="MS PGothic" panose="020B0600070205080204" pitchFamily="34" charset="-128"/>
              </a:endParaRPr>
            </a:p>
            <a:p>
              <a:pPr marL="57150" marR="0" lvl="1" indent="-57150" algn="l" rtl="0">
                <a:lnSpc>
                  <a:spcPct val="90000"/>
                </a:lnSpc>
                <a:spcBef>
                  <a:spcPts val="90"/>
                </a:spcBef>
                <a:spcAft>
                  <a:spcPts val="0"/>
                </a:spcAft>
                <a:buClr>
                  <a:schemeClr val="dk1"/>
                </a:buClr>
                <a:buSzPts val="600"/>
                <a:buFont typeface="Calibri"/>
                <a:buChar char="•"/>
              </a:pPr>
              <a:r>
                <a:rPr lang="es-MX" sz="900" b="1" i="0" u="none" strike="noStrike" cap="none" dirty="0">
                  <a:solidFill>
                    <a:schemeClr val="dk1"/>
                  </a:solidFill>
                  <a:latin typeface="MS PGothic" panose="020B0600070205080204" pitchFamily="34" charset="-128"/>
                  <a:ea typeface="MS PGothic" panose="020B0600070205080204" pitchFamily="34" charset="-128"/>
                  <a:cs typeface="Calibri"/>
                  <a:sym typeface="Calibri"/>
                </a:rPr>
                <a:t>No considerar las necesidades, recomendaciones del personal de MACS  en la planeación de las campañas de difusión, en la JLE y JD.</a:t>
              </a:r>
              <a:endParaRPr sz="900" b="1" dirty="0">
                <a:latin typeface="MS PGothic" panose="020B0600070205080204" pitchFamily="34" charset="-128"/>
                <a:ea typeface="MS PGothic" panose="020B0600070205080204" pitchFamily="34" charset="-128"/>
              </a:endParaRPr>
            </a:p>
            <a:p>
              <a:pPr marL="57150" marR="0" lvl="1" indent="-19050" algn="l" rtl="0">
                <a:lnSpc>
                  <a:spcPct val="90000"/>
                </a:lnSpc>
                <a:spcBef>
                  <a:spcPts val="90"/>
                </a:spcBef>
                <a:spcAft>
                  <a:spcPts val="0"/>
                </a:spcAft>
                <a:buClr>
                  <a:schemeClr val="dk1"/>
                </a:buClr>
                <a:buSzPts val="600"/>
                <a:buFont typeface="Calibri"/>
                <a:buNone/>
              </a:pPr>
              <a:endParaRPr sz="900" b="1" i="0" u="none" strike="noStrike" cap="none" dirty="0">
                <a:solidFill>
                  <a:schemeClr val="dk1"/>
                </a:solidFill>
                <a:latin typeface="MS PGothic" panose="020B0600070205080204" pitchFamily="34" charset="-128"/>
                <a:ea typeface="MS PGothic" panose="020B0600070205080204" pitchFamily="34" charset="-128"/>
                <a:cs typeface="Calibri"/>
                <a:sym typeface="Calibri"/>
              </a:endParaRPr>
            </a:p>
          </p:txBody>
        </p:sp>
        <p:sp>
          <p:nvSpPr>
            <p:cNvPr id="232" name="Google Shape;232;p33"/>
            <p:cNvSpPr/>
            <p:nvPr/>
          </p:nvSpPr>
          <p:spPr>
            <a:xfrm>
              <a:off x="8787066" y="3649705"/>
              <a:ext cx="1591834" cy="1591834"/>
            </a:xfrm>
            <a:custGeom>
              <a:avLst/>
              <a:gdLst/>
              <a:ahLst/>
              <a:cxnLst/>
              <a:rect l="l" t="t" r="r" b="b"/>
              <a:pathLst>
                <a:path w="120000" h="120000" extrusionOk="0">
                  <a:moveTo>
                    <a:pt x="10380" y="88179"/>
                  </a:moveTo>
                  <a:lnTo>
                    <a:pt x="14211" y="86003"/>
                  </a:lnTo>
                  <a:cubicBezTo>
                    <a:pt x="22925" y="101349"/>
                    <a:pt x="38747" y="111309"/>
                    <a:pt x="56352" y="112531"/>
                  </a:cubicBezTo>
                  <a:cubicBezTo>
                    <a:pt x="73957" y="113754"/>
                    <a:pt x="91004" y="106076"/>
                    <a:pt x="101756" y="92082"/>
                  </a:cubicBezTo>
                  <a:lnTo>
                    <a:pt x="99220" y="90642"/>
                  </a:lnTo>
                  <a:lnTo>
                    <a:pt x="107705" y="87091"/>
                  </a:lnTo>
                  <a:lnTo>
                    <a:pt x="108158" y="95718"/>
                  </a:lnTo>
                  <a:lnTo>
                    <a:pt x="105621" y="94277"/>
                  </a:lnTo>
                  <a:cubicBezTo>
                    <a:pt x="94068" y="109653"/>
                    <a:pt x="75547" y="118175"/>
                    <a:pt x="56354" y="116946"/>
                  </a:cubicBezTo>
                  <a:cubicBezTo>
                    <a:pt x="37160" y="115717"/>
                    <a:pt x="19877" y="104903"/>
                    <a:pt x="10380" y="88179"/>
                  </a:cubicBezTo>
                  <a:close/>
                </a:path>
              </a:pathLst>
            </a:custGeom>
            <a:gradFill>
              <a:gsLst>
                <a:gs pos="0">
                  <a:srgbClr val="2A60EA"/>
                </a:gs>
                <a:gs pos="34000">
                  <a:srgbClr val="2E62E8"/>
                </a:gs>
                <a:gs pos="70000">
                  <a:srgbClr val="2B63F0"/>
                </a:gs>
                <a:gs pos="100000">
                  <a:srgbClr val="3E6FEC"/>
                </a:gs>
              </a:gsLst>
              <a:path path="circle">
                <a:fillToRect l="50000" t="50000" r="50000" b="50000"/>
              </a:path>
              <a:tileRect/>
            </a:gradFill>
            <a:ln>
              <a:noFill/>
            </a:ln>
            <a:effectLst>
              <a:outerShdw blurRad="149987" dist="250190" dir="8460000" algn="ctr">
                <a:srgbClr val="000000">
                  <a:alpha val="28000"/>
                </a:srgbClr>
              </a:outerShdw>
            </a:effectLst>
            <a:sp3d prstMaterial="metal"/>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MS PGothic" panose="020B0600070205080204" pitchFamily="34" charset="-128"/>
                <a:ea typeface="MS PGothic" panose="020B0600070205080204" pitchFamily="34" charset="-128"/>
              </a:endParaRPr>
            </a:p>
          </p:txBody>
        </p:sp>
        <p:sp>
          <p:nvSpPr>
            <p:cNvPr id="233" name="Google Shape;233;p33"/>
            <p:cNvSpPr/>
            <p:nvPr/>
          </p:nvSpPr>
          <p:spPr>
            <a:xfrm>
              <a:off x="8337811" y="4323734"/>
              <a:ext cx="1216247" cy="483661"/>
            </a:xfrm>
            <a:prstGeom prst="roundRect">
              <a:avLst>
                <a:gd name="adj" fmla="val 10000"/>
              </a:avLst>
            </a:prstGeom>
            <a:gradFill>
              <a:gsLst>
                <a:gs pos="0">
                  <a:srgbClr val="2B6EE7"/>
                </a:gs>
                <a:gs pos="34000">
                  <a:srgbClr val="2F70E7"/>
                </a:gs>
                <a:gs pos="70000">
                  <a:srgbClr val="2C71EE"/>
                </a:gs>
                <a:gs pos="100000">
                  <a:srgbClr val="3F7BEA"/>
                </a:gs>
              </a:gsLst>
              <a:path path="circle">
                <a:fillToRect l="50000" t="50000" r="50000" b="50000"/>
              </a:path>
              <a:tileRect/>
            </a:gradFill>
            <a:ln>
              <a:noFill/>
            </a:ln>
            <a:effectLst>
              <a:outerShdw blurRad="149987" dist="250190" dir="8460000" algn="ctr">
                <a:srgbClr val="000000">
                  <a:alpha val="28000"/>
                </a:srgbClr>
              </a:outerShdw>
            </a:effectLst>
            <a:sp3d prstMaterial="metal">
              <a:bevelT w="88900" h="88900"/>
            </a:sp3d>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MS PGothic" panose="020B0600070205080204" pitchFamily="34" charset="-128"/>
                <a:ea typeface="MS PGothic" panose="020B0600070205080204" pitchFamily="34" charset="-128"/>
              </a:endParaRPr>
            </a:p>
          </p:txBody>
        </p:sp>
        <p:sp>
          <p:nvSpPr>
            <p:cNvPr id="234" name="Google Shape;234;p33"/>
            <p:cNvSpPr txBox="1"/>
            <p:nvPr/>
          </p:nvSpPr>
          <p:spPr>
            <a:xfrm>
              <a:off x="8351977" y="4337900"/>
              <a:ext cx="1187915" cy="455329"/>
            </a:xfrm>
            <a:prstGeom prst="rect">
              <a:avLst/>
            </a:prstGeom>
            <a:noFill/>
            <a:ln>
              <a:noFill/>
            </a:ln>
            <a:effectLst>
              <a:outerShdw blurRad="149987" dist="250190" dir="8460000" algn="ctr">
                <a:srgbClr val="000000">
                  <a:alpha val="28000"/>
                </a:srgbClr>
              </a:outerShdw>
            </a:effectLst>
            <a:sp3d prstMaterial="metal">
              <a:bevelT w="88900" h="88900"/>
            </a:sp3d>
          </p:spPr>
          <p:txBody>
            <a:bodyPr spcFirstLastPara="1" wrap="square" lIns="26650" tIns="17775" rIns="26650" bIns="17775" anchor="ctr" anchorCtr="0">
              <a:noAutofit/>
            </a:bodyPr>
            <a:lstStyle/>
            <a:p>
              <a:pPr marL="0" marR="0" lvl="0" indent="0" algn="ctr" rtl="0">
                <a:lnSpc>
                  <a:spcPct val="90000"/>
                </a:lnSpc>
                <a:spcBef>
                  <a:spcPts val="0"/>
                </a:spcBef>
                <a:spcAft>
                  <a:spcPts val="0"/>
                </a:spcAft>
                <a:buClr>
                  <a:schemeClr val="lt1"/>
                </a:buClr>
                <a:buSzPts val="1400"/>
                <a:buFont typeface="Calibri"/>
                <a:buNone/>
              </a:pPr>
              <a:r>
                <a:rPr lang="es-MX" sz="1400" i="0" u="none" strike="noStrike" cap="none" dirty="0">
                  <a:solidFill>
                    <a:schemeClr val="lt1"/>
                  </a:solidFill>
                  <a:latin typeface="MS PGothic" panose="020B0600070205080204" pitchFamily="34" charset="-128"/>
                  <a:ea typeface="MS PGothic" panose="020B0600070205080204" pitchFamily="34" charset="-128"/>
                  <a:cs typeface="Calibri"/>
                  <a:sym typeface="Calibri"/>
                </a:rPr>
                <a:t>5to. ¿Por qué?</a:t>
              </a:r>
              <a:endParaRPr dirty="0">
                <a:latin typeface="MS PGothic" panose="020B0600070205080204" pitchFamily="34" charset="-128"/>
                <a:ea typeface="MS PGothic" panose="020B0600070205080204" pitchFamily="34" charset="-128"/>
              </a:endParaRPr>
            </a:p>
          </p:txBody>
        </p:sp>
        <p:sp>
          <p:nvSpPr>
            <p:cNvPr id="235" name="Google Shape;235;p33"/>
            <p:cNvSpPr/>
            <p:nvPr/>
          </p:nvSpPr>
          <p:spPr>
            <a:xfrm>
              <a:off x="9832352" y="3437022"/>
              <a:ext cx="1368278" cy="1128543"/>
            </a:xfrm>
            <a:prstGeom prst="roundRect">
              <a:avLst>
                <a:gd name="adj" fmla="val 10000"/>
              </a:avLst>
            </a:prstGeom>
            <a:solidFill>
              <a:schemeClr val="lt1">
                <a:alpha val="89803"/>
              </a:schemeClr>
            </a:solidFill>
            <a:ln w="12700" cap="flat" cmpd="sng">
              <a:noFill/>
              <a:prstDash val="solid"/>
              <a:round/>
              <a:headEnd type="none" w="sm" len="sm"/>
              <a:tailEnd type="none" w="sm" len="sm"/>
            </a:ln>
            <a:effectLst>
              <a:outerShdw blurRad="149987" dist="250190" dir="8460000" algn="ctr">
                <a:srgbClr val="000000">
                  <a:alpha val="28000"/>
                </a:srgbClr>
              </a:outerShdw>
            </a:effectLst>
            <a:sp3d prstMaterial="metal">
              <a:bevelT w="88900" h="88900"/>
            </a:sp3d>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accent6">
                    <a:lumMod val="75000"/>
                  </a:schemeClr>
                </a:solidFill>
                <a:latin typeface="MS PGothic" panose="020B0600070205080204" pitchFamily="34" charset="-128"/>
                <a:ea typeface="MS PGothic" panose="020B0600070205080204" pitchFamily="34" charset="-128"/>
              </a:endParaRPr>
            </a:p>
          </p:txBody>
        </p:sp>
        <p:sp>
          <p:nvSpPr>
            <p:cNvPr id="236" name="Google Shape;236;p33"/>
            <p:cNvSpPr/>
            <p:nvPr/>
          </p:nvSpPr>
          <p:spPr>
            <a:xfrm>
              <a:off x="10136414" y="3195191"/>
              <a:ext cx="1216247" cy="483661"/>
            </a:xfrm>
            <a:prstGeom prst="roundRect">
              <a:avLst>
                <a:gd name="adj" fmla="val 10000"/>
              </a:avLst>
            </a:prstGeom>
            <a:gradFill>
              <a:gsLst>
                <a:gs pos="0">
                  <a:srgbClr val="2A60EA"/>
                </a:gs>
                <a:gs pos="34000">
                  <a:srgbClr val="2E62E8"/>
                </a:gs>
                <a:gs pos="70000">
                  <a:srgbClr val="2B63F0"/>
                </a:gs>
                <a:gs pos="100000">
                  <a:srgbClr val="3E6FEC"/>
                </a:gs>
              </a:gsLst>
              <a:path path="circle">
                <a:fillToRect l="50000" t="50000" r="50000" b="50000"/>
              </a:path>
              <a:tileRect/>
            </a:gradFill>
            <a:ln>
              <a:noFill/>
            </a:ln>
            <a:effectLst>
              <a:outerShdw blurRad="149987" dist="250190" dir="8460000" algn="ctr">
                <a:srgbClr val="000000">
                  <a:alpha val="28000"/>
                </a:srgbClr>
              </a:outerShdw>
            </a:effectLst>
            <a:sp3d prstMaterial="metal">
              <a:bevelT w="88900" h="88900"/>
            </a:sp3d>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MS PGothic" panose="020B0600070205080204" pitchFamily="34" charset="-128"/>
                <a:ea typeface="MS PGothic" panose="020B0600070205080204" pitchFamily="34" charset="-128"/>
              </a:endParaRPr>
            </a:p>
          </p:txBody>
        </p:sp>
        <p:sp>
          <p:nvSpPr>
            <p:cNvPr id="237" name="Google Shape;237;p33"/>
            <p:cNvSpPr txBox="1"/>
            <p:nvPr/>
          </p:nvSpPr>
          <p:spPr>
            <a:xfrm>
              <a:off x="10150580" y="3209357"/>
              <a:ext cx="1187915" cy="455329"/>
            </a:xfrm>
            <a:prstGeom prst="rect">
              <a:avLst/>
            </a:prstGeom>
            <a:noFill/>
            <a:ln>
              <a:noFill/>
            </a:ln>
            <a:effectLst>
              <a:outerShdw blurRad="149987" dist="250190" dir="8460000" algn="ctr">
                <a:srgbClr val="000000">
                  <a:alpha val="28000"/>
                </a:srgbClr>
              </a:outerShdw>
            </a:effectLst>
            <a:sp3d prstMaterial="metal">
              <a:bevelT w="88900" h="88900"/>
            </a:sp3d>
          </p:spPr>
          <p:txBody>
            <a:bodyPr spcFirstLastPara="1" wrap="square" lIns="26650" tIns="17775" rIns="26650" bIns="17775" anchor="ctr" anchorCtr="0">
              <a:noAutofit/>
            </a:bodyPr>
            <a:lstStyle/>
            <a:p>
              <a:pPr marL="0" marR="0" lvl="0" indent="0" algn="ctr" rtl="0">
                <a:lnSpc>
                  <a:spcPct val="90000"/>
                </a:lnSpc>
                <a:spcBef>
                  <a:spcPts val="0"/>
                </a:spcBef>
                <a:spcAft>
                  <a:spcPts val="0"/>
                </a:spcAft>
                <a:buClr>
                  <a:schemeClr val="lt1"/>
                </a:buClr>
                <a:buSzPts val="1400"/>
                <a:buFont typeface="Calibri"/>
                <a:buNone/>
              </a:pPr>
              <a:r>
                <a:rPr lang="es-MX" sz="1400" i="0" u="none" strike="noStrike" cap="none" dirty="0">
                  <a:solidFill>
                    <a:schemeClr val="lt1"/>
                  </a:solidFill>
                  <a:latin typeface="MS PGothic" panose="020B0600070205080204" pitchFamily="34" charset="-128"/>
                  <a:ea typeface="MS PGothic" panose="020B0600070205080204" pitchFamily="34" charset="-128"/>
                  <a:cs typeface="Calibri"/>
                  <a:sym typeface="Calibri"/>
                </a:rPr>
                <a:t>Causa raíz</a:t>
              </a:r>
              <a:endParaRPr dirty="0">
                <a:latin typeface="MS PGothic" panose="020B0600070205080204" pitchFamily="34" charset="-128"/>
                <a:ea typeface="MS PGothic" panose="020B0600070205080204" pitchFamily="34" charset="-128"/>
              </a:endParaRPr>
            </a:p>
          </p:txBody>
        </p:sp>
      </p:grpSp>
      <p:sp>
        <p:nvSpPr>
          <p:cNvPr id="3" name="Rectángulo 2"/>
          <p:cNvSpPr/>
          <p:nvPr/>
        </p:nvSpPr>
        <p:spPr>
          <a:xfrm>
            <a:off x="2286148" y="132212"/>
            <a:ext cx="4583306" cy="523220"/>
          </a:xfrm>
          <a:prstGeom prst="rect">
            <a:avLst/>
          </a:prstGeom>
        </p:spPr>
        <p:txBody>
          <a:bodyPr wrap="none">
            <a:spAutoFit/>
          </a:bodyPr>
          <a:lstStyle/>
          <a:p>
            <a:r>
              <a:rPr lang="es-MX" sz="2800" dirty="0">
                <a:solidFill>
                  <a:schemeClr val="bg1"/>
                </a:solidFill>
                <a:latin typeface="Lato"/>
                <a:ea typeface="Calibri"/>
                <a:cs typeface="Calibri"/>
                <a:sym typeface="Calibri"/>
              </a:rPr>
              <a:t>Técnica de los 5 ¿Por qué?</a:t>
            </a:r>
            <a:endParaRPr lang="es-MX" sz="2800"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p:cNvSpPr txBox="1"/>
          <p:nvPr/>
        </p:nvSpPr>
        <p:spPr>
          <a:xfrm>
            <a:off x="855851" y="820534"/>
            <a:ext cx="8065827" cy="369332"/>
          </a:xfrm>
          <a:prstGeom prst="rect">
            <a:avLst/>
          </a:prstGeom>
          <a:noFill/>
        </p:spPr>
        <p:txBody>
          <a:bodyPr wrap="square" rtlCol="0">
            <a:spAutoFit/>
          </a:bodyPr>
          <a:lstStyle/>
          <a:p>
            <a:r>
              <a:rPr lang="es-MX" sz="1800" dirty="0" smtClean="0">
                <a:solidFill>
                  <a:srgbClr val="0070C0"/>
                </a:solidFill>
                <a:latin typeface="Lato"/>
              </a:rPr>
              <a:t>¡</a:t>
            </a:r>
            <a:r>
              <a:rPr lang="es-MX" sz="1800" b="1" dirty="0" smtClean="0">
                <a:solidFill>
                  <a:srgbClr val="0070C0"/>
                </a:solidFill>
                <a:latin typeface="Lato"/>
              </a:rPr>
              <a:t>Es </a:t>
            </a:r>
            <a:r>
              <a:rPr lang="es-MX" sz="1800" b="1" dirty="0">
                <a:solidFill>
                  <a:srgbClr val="0070C0"/>
                </a:solidFill>
                <a:latin typeface="Lato"/>
              </a:rPr>
              <a:t>el famoso Ishikawa!</a:t>
            </a:r>
          </a:p>
        </p:txBody>
      </p:sp>
      <p:grpSp>
        <p:nvGrpSpPr>
          <p:cNvPr id="13" name="Grupo 12"/>
          <p:cNvGrpSpPr/>
          <p:nvPr/>
        </p:nvGrpSpPr>
        <p:grpSpPr>
          <a:xfrm>
            <a:off x="855851" y="1322584"/>
            <a:ext cx="10250424" cy="2534624"/>
            <a:chOff x="941833" y="2000769"/>
            <a:chExt cx="10250424" cy="2534624"/>
          </a:xfrm>
        </p:grpSpPr>
        <p:sp>
          <p:nvSpPr>
            <p:cNvPr id="9" name="Rectángulo 8"/>
            <p:cNvSpPr/>
            <p:nvPr/>
          </p:nvSpPr>
          <p:spPr>
            <a:xfrm>
              <a:off x="941833" y="2000769"/>
              <a:ext cx="10250424" cy="598720"/>
            </a:xfrm>
            <a:prstGeom prst="rect">
              <a:avLst/>
            </a:prstGeom>
            <a:solidFill>
              <a:schemeClr val="accent2">
                <a:lumMod val="40000"/>
                <a:lumOff val="6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latin typeface="Lato"/>
              </a:endParaRPr>
            </a:p>
          </p:txBody>
        </p:sp>
        <p:sp>
          <p:nvSpPr>
            <p:cNvPr id="12" name="Rectángulo 11"/>
            <p:cNvSpPr/>
            <p:nvPr/>
          </p:nvSpPr>
          <p:spPr>
            <a:xfrm>
              <a:off x="941833" y="3950618"/>
              <a:ext cx="10250424" cy="584775"/>
            </a:xfrm>
            <a:prstGeom prst="rect">
              <a:avLst/>
            </a:prstGeom>
            <a:solidFill>
              <a:srgbClr val="FFFF66"/>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Font typeface="Wingdings" panose="05000000000000000000" pitchFamily="2" charset="2"/>
                <a:buChar char="v"/>
              </a:pPr>
              <a:endParaRPr lang="es-MX" dirty="0">
                <a:latin typeface="Lato"/>
              </a:endParaRPr>
            </a:p>
          </p:txBody>
        </p:sp>
        <p:sp>
          <p:nvSpPr>
            <p:cNvPr id="10" name="Rectángulo 9"/>
            <p:cNvSpPr/>
            <p:nvPr/>
          </p:nvSpPr>
          <p:spPr>
            <a:xfrm>
              <a:off x="941833" y="3042806"/>
              <a:ext cx="10250424" cy="584775"/>
            </a:xfrm>
            <a:prstGeom prst="rect">
              <a:avLst/>
            </a:prstGeom>
            <a:solidFill>
              <a:schemeClr val="accent6">
                <a:lumMod val="40000"/>
                <a:lumOff val="6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latin typeface="Lato"/>
              </a:endParaRPr>
            </a:p>
          </p:txBody>
        </p:sp>
        <p:sp>
          <p:nvSpPr>
            <p:cNvPr id="4" name="CuadroTexto 3"/>
            <p:cNvSpPr txBox="1"/>
            <p:nvPr/>
          </p:nvSpPr>
          <p:spPr>
            <a:xfrm>
              <a:off x="941833" y="2053580"/>
              <a:ext cx="10250424" cy="338554"/>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marL="285750" indent="-285750">
                <a:buFont typeface="Wingdings" panose="05000000000000000000" pitchFamily="2" charset="2"/>
                <a:buChar char="v"/>
              </a:pPr>
              <a:r>
                <a:rPr lang="es-MX" sz="1600" dirty="0">
                  <a:latin typeface="Lato"/>
                </a:rPr>
                <a:t>Nos ayuda a analizar las diferentes causas que se relacionan con un problema determinado.</a:t>
              </a:r>
            </a:p>
          </p:txBody>
        </p:sp>
        <p:sp>
          <p:nvSpPr>
            <p:cNvPr id="5" name="CuadroTexto 4"/>
            <p:cNvSpPr txBox="1"/>
            <p:nvPr/>
          </p:nvSpPr>
          <p:spPr>
            <a:xfrm>
              <a:off x="941833" y="3042805"/>
              <a:ext cx="10250424" cy="584775"/>
            </a:xfrm>
            <a:prstGeom prst="rect">
              <a:avLst/>
            </a:prstGeom>
            <a:solidFill>
              <a:srgbClr val="00B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marL="285750" indent="-285750">
                <a:buFont typeface="Wingdings" panose="05000000000000000000" pitchFamily="2" charset="2"/>
                <a:buChar char="v"/>
              </a:pPr>
              <a:r>
                <a:rPr lang="es-MX" sz="1600" dirty="0">
                  <a:latin typeface="Lato"/>
                </a:rPr>
                <a:t>Cuando tenemos un problema complejo, este diagrama nos ayuda a clasificar las causas y organizar las relaciones entre ellas.</a:t>
              </a:r>
            </a:p>
          </p:txBody>
        </p:sp>
        <p:sp>
          <p:nvSpPr>
            <p:cNvPr id="6" name="CuadroTexto 5"/>
            <p:cNvSpPr txBox="1"/>
            <p:nvPr/>
          </p:nvSpPr>
          <p:spPr>
            <a:xfrm>
              <a:off x="960755" y="3950618"/>
              <a:ext cx="10107810" cy="338554"/>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marL="285750" indent="-285750">
                <a:buFont typeface="Wingdings" panose="05000000000000000000" pitchFamily="2" charset="2"/>
                <a:buChar char="v"/>
              </a:pPr>
              <a:r>
                <a:rPr lang="es-MX" sz="1600" dirty="0">
                  <a:latin typeface="Lato"/>
                </a:rPr>
                <a:t>Permite analizar una situación compleja y ayuda a detectar las causas de dicho problema.</a:t>
              </a:r>
            </a:p>
          </p:txBody>
        </p:sp>
      </p:grpSp>
      <p:sp>
        <p:nvSpPr>
          <p:cNvPr id="7" name="CuadroTexto 6"/>
          <p:cNvSpPr txBox="1"/>
          <p:nvPr/>
        </p:nvSpPr>
        <p:spPr>
          <a:xfrm>
            <a:off x="5651356" y="5134968"/>
            <a:ext cx="6540644" cy="584775"/>
          </a:xfrm>
          <a:prstGeom prst="rect">
            <a:avLst/>
          </a:prstGeom>
          <a:no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square" rtlCol="0">
            <a:spAutoFit/>
          </a:bodyPr>
          <a:lstStyle/>
          <a:p>
            <a:r>
              <a:rPr lang="es-MX" sz="1600" b="1" dirty="0">
                <a:latin typeface="Lato"/>
              </a:rPr>
              <a:t>Nota: </a:t>
            </a:r>
            <a:r>
              <a:rPr lang="es-MX" sz="1600" dirty="0">
                <a:latin typeface="Lato"/>
              </a:rPr>
              <a:t>Es una herramienta altamente participativa, permite involucrar a un grupo en el análisis.</a:t>
            </a:r>
          </a:p>
        </p:txBody>
      </p:sp>
      <p:pic>
        <p:nvPicPr>
          <p:cNvPr id="8" name="Imagen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4773" y="4025666"/>
            <a:ext cx="3803320" cy="2218603"/>
          </a:xfrm>
          <a:prstGeom prst="ellipse">
            <a:avLst/>
          </a:prstGeom>
          <a:ln>
            <a:noFill/>
          </a:ln>
          <a:effectLst>
            <a:softEdge rad="112500"/>
          </a:effectLst>
        </p:spPr>
      </p:pic>
      <p:sp>
        <p:nvSpPr>
          <p:cNvPr id="11" name="Rectángulo 10"/>
          <p:cNvSpPr/>
          <p:nvPr/>
        </p:nvSpPr>
        <p:spPr>
          <a:xfrm>
            <a:off x="2178776" y="97388"/>
            <a:ext cx="5354351" cy="584775"/>
          </a:xfrm>
          <a:prstGeom prst="rect">
            <a:avLst/>
          </a:prstGeom>
        </p:spPr>
        <p:txBody>
          <a:bodyPr wrap="none">
            <a:spAutoFit/>
          </a:bodyPr>
          <a:lstStyle/>
          <a:p>
            <a:r>
              <a:rPr lang="es-MX" sz="3200" dirty="0">
                <a:solidFill>
                  <a:schemeClr val="bg1"/>
                </a:solidFill>
                <a:latin typeface="Lato"/>
              </a:rPr>
              <a:t>Diagrama de Causa - Efecto</a:t>
            </a:r>
            <a:endParaRPr lang="es-MX" sz="3200" dirty="0">
              <a:solidFill>
                <a:schemeClr val="bg1"/>
              </a:solidFill>
              <a:latin typeface="Lato"/>
            </a:endParaRPr>
          </a:p>
        </p:txBody>
      </p:sp>
    </p:spTree>
    <p:extLst>
      <p:ext uri="{BB962C8B-B14F-4D97-AF65-F5344CB8AC3E}">
        <p14:creationId xmlns:p14="http://schemas.microsoft.com/office/powerpoint/2010/main" val="1034242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upo 13"/>
          <p:cNvGrpSpPr/>
          <p:nvPr/>
        </p:nvGrpSpPr>
        <p:grpSpPr>
          <a:xfrm>
            <a:off x="416434" y="1028722"/>
            <a:ext cx="11304446" cy="4893215"/>
            <a:chOff x="521209" y="1447822"/>
            <a:chExt cx="11304446" cy="4893215"/>
          </a:xfrm>
        </p:grpSpPr>
        <p:sp>
          <p:nvSpPr>
            <p:cNvPr id="12" name="Rectángulo 11"/>
            <p:cNvSpPr/>
            <p:nvPr/>
          </p:nvSpPr>
          <p:spPr>
            <a:xfrm>
              <a:off x="586035" y="5602373"/>
              <a:ext cx="11239620" cy="738664"/>
            </a:xfrm>
            <a:prstGeom prst="rect">
              <a:avLst/>
            </a:prstGeom>
            <a:solidFill>
              <a:srgbClr val="92D050">
                <a:alpha val="26000"/>
              </a:srgbClr>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latin typeface="Lato"/>
              </a:endParaRPr>
            </a:p>
          </p:txBody>
        </p:sp>
        <p:sp>
          <p:nvSpPr>
            <p:cNvPr id="11" name="Rectángulo 10"/>
            <p:cNvSpPr/>
            <p:nvPr/>
          </p:nvSpPr>
          <p:spPr>
            <a:xfrm>
              <a:off x="586036" y="4651061"/>
              <a:ext cx="11239619" cy="738664"/>
            </a:xfrm>
            <a:prstGeom prst="rect">
              <a:avLst/>
            </a:prstGeom>
            <a:solidFill>
              <a:srgbClr val="C00000">
                <a:alpha val="34000"/>
              </a:srgbClr>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latin typeface="Lato"/>
              </a:endParaRPr>
            </a:p>
          </p:txBody>
        </p:sp>
        <p:sp>
          <p:nvSpPr>
            <p:cNvPr id="10" name="Rectángulo 9"/>
            <p:cNvSpPr/>
            <p:nvPr/>
          </p:nvSpPr>
          <p:spPr>
            <a:xfrm>
              <a:off x="586035" y="3848263"/>
              <a:ext cx="11239620" cy="523220"/>
            </a:xfrm>
            <a:prstGeom prst="rect">
              <a:avLst/>
            </a:prstGeom>
            <a:solidFill>
              <a:schemeClr val="accent5">
                <a:lumMod val="60000"/>
                <a:lumOff val="40000"/>
                <a:alpha val="52000"/>
              </a:schemeClr>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latin typeface="Lato"/>
              </a:endParaRPr>
            </a:p>
          </p:txBody>
        </p:sp>
        <p:sp>
          <p:nvSpPr>
            <p:cNvPr id="9" name="Rectángulo 8"/>
            <p:cNvSpPr/>
            <p:nvPr/>
          </p:nvSpPr>
          <p:spPr>
            <a:xfrm>
              <a:off x="586035" y="2386369"/>
              <a:ext cx="11239620" cy="1182317"/>
            </a:xfrm>
            <a:prstGeom prst="rect">
              <a:avLst/>
            </a:prstGeom>
            <a:solidFill>
              <a:srgbClr val="00B0F0">
                <a:alpha val="46000"/>
              </a:srgbClr>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latin typeface="Lato"/>
              </a:endParaRPr>
            </a:p>
          </p:txBody>
        </p:sp>
        <p:sp>
          <p:nvSpPr>
            <p:cNvPr id="8" name="Rectángulo 7"/>
            <p:cNvSpPr/>
            <p:nvPr/>
          </p:nvSpPr>
          <p:spPr>
            <a:xfrm>
              <a:off x="586035" y="1469819"/>
              <a:ext cx="11239620" cy="738664"/>
            </a:xfrm>
            <a:prstGeom prst="rect">
              <a:avLst/>
            </a:prstGeom>
            <a:solidFill>
              <a:srgbClr val="FFFF99"/>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latin typeface="Lato"/>
              </a:endParaRPr>
            </a:p>
          </p:txBody>
        </p:sp>
        <p:sp>
          <p:nvSpPr>
            <p:cNvPr id="3" name="CuadroTexto 2"/>
            <p:cNvSpPr txBox="1"/>
            <p:nvPr/>
          </p:nvSpPr>
          <p:spPr>
            <a:xfrm>
              <a:off x="586035" y="1447822"/>
              <a:ext cx="11239620" cy="523220"/>
            </a:xfrm>
            <a:prstGeom prst="rect">
              <a:avLst/>
            </a:prstGeom>
            <a:solidFill>
              <a:schemeClr val="accent3">
                <a:lumMod val="75000"/>
                <a:alpha val="2000"/>
              </a:schemeClr>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rtlCol="0">
              <a:spAutoFit/>
            </a:bodyPr>
            <a:lstStyle/>
            <a:p>
              <a:r>
                <a:rPr lang="es-ES" b="1" dirty="0">
                  <a:latin typeface="Lato"/>
                </a:rPr>
                <a:t>Definir el efecto o problema a analizar. </a:t>
              </a:r>
              <a:r>
                <a:rPr lang="es-MX" dirty="0">
                  <a:latin typeface="Lato"/>
                </a:rPr>
                <a:t>Consiste en la clarificación para todos los miembros del grupo de la situación que se desea analizar, debe ser lo suficientemente concreta para que no exista duda sobre qué se pretende.</a:t>
              </a:r>
            </a:p>
          </p:txBody>
        </p:sp>
        <p:sp>
          <p:nvSpPr>
            <p:cNvPr id="4" name="CuadroTexto 3"/>
            <p:cNvSpPr txBox="1"/>
            <p:nvPr/>
          </p:nvSpPr>
          <p:spPr>
            <a:xfrm>
              <a:off x="521209" y="2399135"/>
              <a:ext cx="11239620" cy="1169551"/>
            </a:xfrm>
            <a:prstGeom prst="rect">
              <a:avLst/>
            </a:prstGeom>
            <a:no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rtlCol="0">
              <a:spAutoFit/>
            </a:bodyPr>
            <a:lstStyle/>
            <a:p>
              <a:pPr algn="ctr"/>
              <a:r>
                <a:rPr lang="es-ES" b="1" smtClean="0">
                  <a:latin typeface="Lato"/>
                </a:rPr>
                <a:t>Diagramación del Problema o Efecto:</a:t>
              </a:r>
            </a:p>
            <a:p>
              <a:pPr lvl="0" algn="ctr"/>
              <a:r>
                <a:rPr lang="es-ES" smtClean="0">
                  <a:latin typeface="Lato"/>
                </a:rPr>
                <a:t>Efecto o Problema.</a:t>
              </a:r>
              <a:endParaRPr lang="es-MX" smtClean="0">
                <a:latin typeface="Lato"/>
              </a:endParaRPr>
            </a:p>
            <a:p>
              <a:pPr lvl="0" algn="ctr"/>
              <a:r>
                <a:rPr lang="es-ES" smtClean="0">
                  <a:latin typeface="Lato"/>
                </a:rPr>
                <a:t>Causas Mayores: Variables críticas.</a:t>
              </a:r>
              <a:endParaRPr lang="es-MX" smtClean="0">
                <a:latin typeface="Lato"/>
              </a:endParaRPr>
            </a:p>
            <a:p>
              <a:pPr lvl="0" algn="ctr"/>
              <a:r>
                <a:rPr lang="es-ES" smtClean="0">
                  <a:latin typeface="Lato"/>
                </a:rPr>
                <a:t>Causas Menores: Las que inciden en las variables críticas.</a:t>
              </a:r>
              <a:endParaRPr lang="es-MX" smtClean="0">
                <a:latin typeface="Lato"/>
              </a:endParaRPr>
            </a:p>
            <a:p>
              <a:pPr lvl="0" algn="ctr"/>
              <a:r>
                <a:rPr lang="es-ES" smtClean="0">
                  <a:latin typeface="Lato"/>
                </a:rPr>
                <a:t>Sub-Causas: Las que inciden en las causas menores.</a:t>
              </a:r>
              <a:endParaRPr lang="es-MX" dirty="0">
                <a:latin typeface="Lato"/>
              </a:endParaRPr>
            </a:p>
          </p:txBody>
        </p:sp>
        <p:sp>
          <p:nvSpPr>
            <p:cNvPr id="5" name="CuadroTexto 4"/>
            <p:cNvSpPr txBox="1"/>
            <p:nvPr/>
          </p:nvSpPr>
          <p:spPr>
            <a:xfrm>
              <a:off x="937737" y="3853124"/>
              <a:ext cx="10511368" cy="523220"/>
            </a:xfrm>
            <a:prstGeom prst="rect">
              <a:avLst/>
            </a:prstGeom>
            <a:no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rtlCol="0">
              <a:spAutoFit/>
            </a:bodyPr>
            <a:lstStyle/>
            <a:p>
              <a:r>
                <a:rPr lang="es-ES" b="1" dirty="0">
                  <a:latin typeface="Lato"/>
                </a:rPr>
                <a:t>Determinación de las Causas Mayores. </a:t>
              </a:r>
              <a:r>
                <a:rPr lang="es-MX" dirty="0">
                  <a:latin typeface="Lato"/>
                </a:rPr>
                <a:t>Se identifican y registran las variables críticas que inciden en el efecto o problema que se analiza.</a:t>
              </a:r>
            </a:p>
          </p:txBody>
        </p:sp>
        <p:sp>
          <p:nvSpPr>
            <p:cNvPr id="6" name="CuadroTexto 5"/>
            <p:cNvSpPr txBox="1"/>
            <p:nvPr/>
          </p:nvSpPr>
          <p:spPr>
            <a:xfrm>
              <a:off x="1220929" y="4651061"/>
              <a:ext cx="10511369" cy="738664"/>
            </a:xfrm>
            <a:prstGeom prst="rect">
              <a:avLst/>
            </a:prstGeom>
            <a:no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rtlCol="0">
              <a:spAutoFit/>
            </a:bodyPr>
            <a:lstStyle/>
            <a:p>
              <a:pPr lvl="0" algn="r"/>
              <a:r>
                <a:rPr lang="es-MX" b="1" dirty="0">
                  <a:latin typeface="Lato"/>
                </a:rPr>
                <a:t>Determinación de las Causas Menores y Sub-Causas. </a:t>
              </a:r>
            </a:p>
            <a:p>
              <a:pPr lvl="0" algn="r"/>
              <a:r>
                <a:rPr lang="es-ES" dirty="0">
                  <a:latin typeface="Lato"/>
                </a:rPr>
                <a:t>Se identifica y desglosa cada causa mayor en sus posibles causas menores y otros factores específicos que pueden ser causa del efecto o problema, para cada rama principal.</a:t>
              </a:r>
              <a:endParaRPr lang="es-MX" dirty="0">
                <a:latin typeface="Lato"/>
              </a:endParaRPr>
            </a:p>
          </p:txBody>
        </p:sp>
        <p:sp>
          <p:nvSpPr>
            <p:cNvPr id="7" name="CuadroTexto 6"/>
            <p:cNvSpPr txBox="1"/>
            <p:nvPr/>
          </p:nvSpPr>
          <p:spPr>
            <a:xfrm>
              <a:off x="953423" y="5602373"/>
              <a:ext cx="10344658" cy="523220"/>
            </a:xfrm>
            <a:prstGeom prst="rect">
              <a:avLst/>
            </a:prstGeom>
            <a:no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rtlCol="0">
              <a:spAutoFit/>
            </a:bodyPr>
            <a:lstStyle/>
            <a:p>
              <a:pPr lvl="0"/>
              <a:r>
                <a:rPr lang="es-MX" b="1" dirty="0">
                  <a:latin typeface="Lato"/>
                </a:rPr>
                <a:t>Evaluación. </a:t>
              </a:r>
              <a:r>
                <a:rPr lang="es-ES" dirty="0">
                  <a:latin typeface="Lato"/>
                </a:rPr>
                <a:t>Consiste en verificar que todos los factores que son causa del problema o efecto analizado estén incluidos en el diagrama, y si sus relaciones están adecuadamente ilustradas en el diagrama.</a:t>
              </a:r>
              <a:endParaRPr lang="es-MX" dirty="0">
                <a:latin typeface="Lato"/>
              </a:endParaRPr>
            </a:p>
          </p:txBody>
        </p:sp>
      </p:grpSp>
      <p:sp>
        <p:nvSpPr>
          <p:cNvPr id="13" name="Rectángulo 12"/>
          <p:cNvSpPr/>
          <p:nvPr/>
        </p:nvSpPr>
        <p:spPr>
          <a:xfrm>
            <a:off x="2181832" y="91072"/>
            <a:ext cx="4445448" cy="523220"/>
          </a:xfrm>
          <a:prstGeom prst="rect">
            <a:avLst/>
          </a:prstGeom>
        </p:spPr>
        <p:txBody>
          <a:bodyPr wrap="none">
            <a:spAutoFit/>
          </a:bodyPr>
          <a:lstStyle/>
          <a:p>
            <a:r>
              <a:rPr lang="es-MX" sz="2800" dirty="0">
                <a:solidFill>
                  <a:schemeClr val="bg1"/>
                </a:solidFill>
                <a:latin typeface="Lato"/>
              </a:rPr>
              <a:t>¿Cómo hago un </a:t>
            </a:r>
            <a:r>
              <a:rPr lang="es-MX" sz="2800" dirty="0" smtClean="0">
                <a:solidFill>
                  <a:schemeClr val="bg1"/>
                </a:solidFill>
                <a:latin typeface="Lato"/>
              </a:rPr>
              <a:t>Ishikawa</a:t>
            </a:r>
            <a:r>
              <a:rPr lang="es-MX" sz="2800" dirty="0">
                <a:solidFill>
                  <a:schemeClr val="bg1"/>
                </a:solidFill>
                <a:latin typeface="Lato"/>
              </a:rPr>
              <a:t>?</a:t>
            </a:r>
            <a:endParaRPr lang="es-MX" sz="2800" dirty="0">
              <a:solidFill>
                <a:schemeClr val="bg1"/>
              </a:solidFill>
              <a:latin typeface="Lato"/>
            </a:endParaRPr>
          </a:p>
        </p:txBody>
      </p:sp>
    </p:spTree>
    <p:extLst>
      <p:ext uri="{BB962C8B-B14F-4D97-AF65-F5344CB8AC3E}">
        <p14:creationId xmlns:p14="http://schemas.microsoft.com/office/powerpoint/2010/main" val="409991900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upo 8"/>
          <p:cNvGrpSpPr/>
          <p:nvPr/>
        </p:nvGrpSpPr>
        <p:grpSpPr>
          <a:xfrm>
            <a:off x="538593" y="1244448"/>
            <a:ext cx="6584212" cy="4106459"/>
            <a:chOff x="567168" y="1682598"/>
            <a:chExt cx="6584212" cy="4106459"/>
          </a:xfrm>
        </p:grpSpPr>
        <p:sp>
          <p:nvSpPr>
            <p:cNvPr id="3" name="CuadroTexto 2"/>
            <p:cNvSpPr txBox="1"/>
            <p:nvPr/>
          </p:nvSpPr>
          <p:spPr>
            <a:xfrm>
              <a:off x="567168" y="1682598"/>
              <a:ext cx="6584212" cy="584775"/>
            </a:xfrm>
            <a:prstGeom prst="rect">
              <a:avLst/>
            </a:prstGeom>
            <a:noFill/>
          </p:spPr>
          <p:txBody>
            <a:bodyPr wrap="square" rtlCol="0">
              <a:spAutoFit/>
            </a:bodyPr>
            <a:lstStyle/>
            <a:p>
              <a:pPr marL="285750" indent="-285750">
                <a:buFont typeface="Wingdings" panose="05000000000000000000" pitchFamily="2" charset="2"/>
                <a:buChar char="v"/>
              </a:pPr>
              <a:r>
                <a:rPr lang="es-MX" sz="1600" dirty="0">
                  <a:latin typeface="Lato"/>
                </a:rPr>
                <a:t>Identificar las verdaderas causas de una situación y agruparlas en determinadas categorías.</a:t>
              </a:r>
            </a:p>
          </p:txBody>
        </p:sp>
        <p:sp>
          <p:nvSpPr>
            <p:cNvPr id="4" name="CuadroTexto 3"/>
            <p:cNvSpPr txBox="1"/>
            <p:nvPr/>
          </p:nvSpPr>
          <p:spPr>
            <a:xfrm>
              <a:off x="696386" y="2794906"/>
              <a:ext cx="5876134" cy="584775"/>
            </a:xfrm>
            <a:prstGeom prst="rect">
              <a:avLst/>
            </a:prstGeom>
            <a:noFill/>
          </p:spPr>
          <p:txBody>
            <a:bodyPr wrap="square" rtlCol="0">
              <a:spAutoFit/>
            </a:bodyPr>
            <a:lstStyle/>
            <a:p>
              <a:pPr marL="285750" indent="-285750">
                <a:buFont typeface="Wingdings" panose="05000000000000000000" pitchFamily="2" charset="2"/>
                <a:buChar char="v"/>
              </a:pPr>
              <a:r>
                <a:rPr lang="es-MX" sz="1600" dirty="0">
                  <a:latin typeface="Lato"/>
                </a:rPr>
                <a:t>Resumir las relaciones entre las causas y efectos de la situación a analizar.</a:t>
              </a:r>
            </a:p>
          </p:txBody>
        </p:sp>
        <p:sp>
          <p:nvSpPr>
            <p:cNvPr id="5" name="CuadroTexto 4"/>
            <p:cNvSpPr txBox="1"/>
            <p:nvPr/>
          </p:nvSpPr>
          <p:spPr>
            <a:xfrm>
              <a:off x="806737" y="3770707"/>
              <a:ext cx="5655434" cy="584775"/>
            </a:xfrm>
            <a:prstGeom prst="rect">
              <a:avLst/>
            </a:prstGeom>
            <a:noFill/>
          </p:spPr>
          <p:txBody>
            <a:bodyPr wrap="square" rtlCol="0">
              <a:spAutoFit/>
            </a:bodyPr>
            <a:lstStyle/>
            <a:p>
              <a:pPr marL="285750" indent="-285750">
                <a:buFont typeface="Wingdings" panose="05000000000000000000" pitchFamily="2" charset="2"/>
                <a:buChar char="v"/>
              </a:pPr>
              <a:r>
                <a:rPr lang="es-MX" sz="1600" dirty="0">
                  <a:latin typeface="Lato"/>
                </a:rPr>
                <a:t>Obtener una visión global y estructurada de la situación para realizar un análisis más eficaz.</a:t>
              </a:r>
            </a:p>
          </p:txBody>
        </p:sp>
        <p:sp>
          <p:nvSpPr>
            <p:cNvPr id="6" name="CuadroTexto 5"/>
            <p:cNvSpPr txBox="1"/>
            <p:nvPr/>
          </p:nvSpPr>
          <p:spPr>
            <a:xfrm>
              <a:off x="806736" y="4958060"/>
              <a:ext cx="5655434" cy="830997"/>
            </a:xfrm>
            <a:prstGeom prst="rect">
              <a:avLst/>
            </a:prstGeom>
            <a:noFill/>
          </p:spPr>
          <p:txBody>
            <a:bodyPr wrap="square" rtlCol="0">
              <a:spAutoFit/>
            </a:bodyPr>
            <a:lstStyle/>
            <a:p>
              <a:pPr marL="285750" indent="-285750">
                <a:buFont typeface="Wingdings" panose="05000000000000000000" pitchFamily="2" charset="2"/>
                <a:buChar char="v"/>
              </a:pPr>
              <a:r>
                <a:rPr lang="es-MX" sz="1600" dirty="0">
                  <a:latin typeface="Lato"/>
                </a:rPr>
                <a:t>Analizar y resolver un problema ya que detecta que información es relevante para determinar la causa principal.</a:t>
              </a:r>
            </a:p>
          </p:txBody>
        </p:sp>
      </p:grpSp>
      <p:pic>
        <p:nvPicPr>
          <p:cNvPr id="7" name="Imagen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16990" y="1424394"/>
            <a:ext cx="3377350" cy="3926513"/>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
        <p:nvSpPr>
          <p:cNvPr id="8" name="Rectángulo 7"/>
          <p:cNvSpPr/>
          <p:nvPr/>
        </p:nvSpPr>
        <p:spPr>
          <a:xfrm>
            <a:off x="2273743" y="165638"/>
            <a:ext cx="6181500" cy="523220"/>
          </a:xfrm>
          <a:prstGeom prst="rect">
            <a:avLst/>
          </a:prstGeom>
        </p:spPr>
        <p:txBody>
          <a:bodyPr wrap="none">
            <a:spAutoFit/>
          </a:bodyPr>
          <a:lstStyle/>
          <a:p>
            <a:r>
              <a:rPr lang="es-MX" sz="2800" dirty="0">
                <a:solidFill>
                  <a:schemeClr val="bg1"/>
                </a:solidFill>
                <a:latin typeface="Lato"/>
              </a:rPr>
              <a:t>Objetivos del Diagrama Causa Efecto</a:t>
            </a:r>
            <a:endParaRPr lang="es-MX" sz="2800" dirty="0">
              <a:solidFill>
                <a:schemeClr val="bg1"/>
              </a:solidFill>
              <a:latin typeface="Lato"/>
            </a:endParaRPr>
          </a:p>
        </p:txBody>
      </p:sp>
    </p:spTree>
    <p:extLst>
      <p:ext uri="{BB962C8B-B14F-4D97-AF65-F5344CB8AC3E}">
        <p14:creationId xmlns:p14="http://schemas.microsoft.com/office/powerpoint/2010/main" val="207697408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CuadroTexto"/>
          <p:cNvSpPr txBox="1"/>
          <p:nvPr/>
        </p:nvSpPr>
        <p:spPr>
          <a:xfrm>
            <a:off x="2176433" y="2060120"/>
            <a:ext cx="8099590" cy="1015663"/>
          </a:xfrm>
          <a:prstGeom prst="rect">
            <a:avLst/>
          </a:prstGeom>
          <a:noFill/>
        </p:spPr>
        <p:txBody>
          <a:bodyPr wrap="none" rtlCol="0">
            <a:spAutoFit/>
          </a:bodyPr>
          <a:lstStyle/>
          <a:p>
            <a:r>
              <a:rPr lang="es-MX" sz="6000" b="1" dirty="0" smtClean="0">
                <a:solidFill>
                  <a:schemeClr val="accent1">
                    <a:lumMod val="50000"/>
                  </a:schemeClr>
                </a:solidFill>
                <a:latin typeface="Footlight MT Light" panose="0204060206030A020304" pitchFamily="18" charset="0"/>
              </a:rPr>
              <a:t>       Dudas, comentarios?</a:t>
            </a:r>
            <a:endParaRPr lang="es-MX" sz="6000" b="1" dirty="0">
              <a:solidFill>
                <a:schemeClr val="accent1">
                  <a:lumMod val="50000"/>
                </a:schemeClr>
              </a:solidFill>
              <a:latin typeface="Footlight MT Light" panose="0204060206030A020304" pitchFamily="18" charset="0"/>
            </a:endParaRPr>
          </a:p>
        </p:txBody>
      </p:sp>
      <p:pic>
        <p:nvPicPr>
          <p:cNvPr id="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561" y="1117145"/>
            <a:ext cx="2300687" cy="24917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96881" y="4062873"/>
            <a:ext cx="3586785" cy="2133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535009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nda 8"/>
          <p:cNvSpPr/>
          <p:nvPr/>
        </p:nvSpPr>
        <p:spPr>
          <a:xfrm>
            <a:off x="779907" y="766111"/>
            <a:ext cx="10415016" cy="5449824"/>
          </a:xfrm>
          <a:prstGeom prst="wave">
            <a:avLst/>
          </a:prstGeom>
          <a:solidFill>
            <a:srgbClr val="F03399"/>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solidFill>
                <a:schemeClr val="bg1"/>
              </a:solidFill>
            </a:endParaRPr>
          </a:p>
        </p:txBody>
      </p:sp>
      <p:sp>
        <p:nvSpPr>
          <p:cNvPr id="10" name="Rectángulo 9"/>
          <p:cNvSpPr/>
          <p:nvPr/>
        </p:nvSpPr>
        <p:spPr>
          <a:xfrm>
            <a:off x="1667256" y="2365037"/>
            <a:ext cx="8272272" cy="4093428"/>
          </a:xfrm>
          <a:prstGeom prst="rect">
            <a:avLst/>
          </a:prstGeom>
        </p:spPr>
        <p:txBody>
          <a:bodyPr wrap="square">
            <a:spAutoFit/>
          </a:bodyPr>
          <a:lstStyle/>
          <a:p>
            <a:r>
              <a:rPr lang="es-MX" sz="2000" b="1" dirty="0">
                <a:solidFill>
                  <a:schemeClr val="bg1"/>
                </a:solidFill>
                <a:latin typeface="Century Gothic" panose="020B0502020202020204" pitchFamily="34" charset="0"/>
                <a:ea typeface="Verdana" panose="020B0604030504040204" pitchFamily="34" charset="0"/>
                <a:cs typeface="Verdana" panose="020B0604030504040204" pitchFamily="34" charset="0"/>
              </a:rPr>
              <a:t>Contacto Coordinación Equipo implementador SGC JLE Puebla</a:t>
            </a:r>
          </a:p>
          <a:p>
            <a:endParaRPr lang="es-MX" sz="1600" dirty="0">
              <a:solidFill>
                <a:schemeClr val="bg1"/>
              </a:solidFill>
              <a:latin typeface="Century Gothic" panose="020B0502020202020204" pitchFamily="34" charset="0"/>
              <a:ea typeface="Verdana" panose="020B0604030504040204" pitchFamily="34" charset="0"/>
              <a:cs typeface="Verdana" panose="020B0604030504040204" pitchFamily="34" charset="0"/>
            </a:endParaRPr>
          </a:p>
          <a:p>
            <a:pPr marL="285750" indent="-285750">
              <a:buClr>
                <a:schemeClr val="bg1"/>
              </a:buClr>
              <a:buFont typeface="Arial" panose="020B0604020202020204" pitchFamily="34" charset="0"/>
              <a:buChar char="•"/>
            </a:pPr>
            <a:r>
              <a:rPr lang="es-MX" sz="1600" dirty="0">
                <a:solidFill>
                  <a:schemeClr val="bg1"/>
                </a:solidFill>
                <a:latin typeface="Century Gothic" panose="020B0502020202020204" pitchFamily="34" charset="0"/>
                <a:ea typeface="Verdana" panose="020B0604030504040204" pitchFamily="34" charset="0"/>
                <a:cs typeface="Verdana" panose="020B0604030504040204" pitchFamily="34" charset="0"/>
              </a:rPr>
              <a:t>Ricardo Sánchez Sánchez   	</a:t>
            </a:r>
            <a:r>
              <a:rPr lang="es-MX" sz="1600" dirty="0" smtClean="0">
                <a:solidFill>
                  <a:schemeClr val="bg1"/>
                </a:solidFill>
                <a:latin typeface="Century Gothic" panose="020B0502020202020204" pitchFamily="34" charset="0"/>
                <a:ea typeface="Verdana" panose="020B0604030504040204" pitchFamily="34" charset="0"/>
                <a:cs typeface="Verdana" panose="020B0604030504040204" pitchFamily="34" charset="0"/>
              </a:rPr>
              <a:t>Ricardo.sanchezs@ine.mx	</a:t>
            </a:r>
            <a:endParaRPr lang="es-MX" sz="1600" dirty="0">
              <a:solidFill>
                <a:schemeClr val="bg1"/>
              </a:solidFill>
              <a:latin typeface="Century Gothic" panose="020B0502020202020204" pitchFamily="34" charset="0"/>
              <a:ea typeface="Verdana" panose="020B0604030504040204" pitchFamily="34" charset="0"/>
              <a:cs typeface="Verdana" panose="020B0604030504040204" pitchFamily="34" charset="0"/>
            </a:endParaRPr>
          </a:p>
          <a:p>
            <a:pPr lvl="7">
              <a:buClr>
                <a:schemeClr val="bg1"/>
              </a:buClr>
            </a:pPr>
            <a:r>
              <a:rPr lang="es-MX" sz="1600" dirty="0">
                <a:solidFill>
                  <a:schemeClr val="bg1"/>
                </a:solidFill>
                <a:latin typeface="Century Gothic" panose="020B0502020202020204" pitchFamily="34" charset="0"/>
                <a:ea typeface="Verdana" panose="020B0604030504040204" pitchFamily="34" charset="0"/>
                <a:cs typeface="Verdana" panose="020B0604030504040204" pitchFamily="34" charset="0"/>
              </a:rPr>
              <a:t>		</a:t>
            </a:r>
            <a:r>
              <a:rPr lang="es-MX" sz="1600" dirty="0" smtClean="0">
                <a:solidFill>
                  <a:schemeClr val="bg1"/>
                </a:solidFill>
                <a:latin typeface="Century Gothic" panose="020B0502020202020204" pitchFamily="34" charset="0"/>
                <a:ea typeface="Verdana" panose="020B0604030504040204" pitchFamily="34" charset="0"/>
                <a:cs typeface="Verdana" panose="020B0604030504040204" pitchFamily="34" charset="0"/>
              </a:rPr>
              <a:t>		55 27 73 30 74 </a:t>
            </a:r>
            <a:endParaRPr lang="es-MX" sz="1600" dirty="0">
              <a:solidFill>
                <a:schemeClr val="bg1"/>
              </a:solidFill>
              <a:latin typeface="Century Gothic" panose="020B0502020202020204" pitchFamily="34" charset="0"/>
              <a:ea typeface="Verdana" panose="020B0604030504040204" pitchFamily="34" charset="0"/>
              <a:cs typeface="Verdana" panose="020B0604030504040204" pitchFamily="34" charset="0"/>
            </a:endParaRPr>
          </a:p>
          <a:p>
            <a:pPr marL="285750" lvl="7" indent="-285750">
              <a:buClr>
                <a:schemeClr val="bg1"/>
              </a:buClr>
              <a:buFont typeface="Arial" panose="020B0604020202020204" pitchFamily="34" charset="0"/>
              <a:buChar char="•"/>
            </a:pPr>
            <a:endParaRPr lang="es-MX" sz="1600" dirty="0">
              <a:solidFill>
                <a:schemeClr val="bg1"/>
              </a:solidFill>
              <a:latin typeface="Century Gothic" panose="020B0502020202020204" pitchFamily="34" charset="0"/>
              <a:ea typeface="Verdana" panose="020B0604030504040204" pitchFamily="34" charset="0"/>
              <a:cs typeface="Verdana" panose="020B0604030504040204" pitchFamily="34" charset="0"/>
            </a:endParaRPr>
          </a:p>
          <a:p>
            <a:pPr marL="285750" lvl="7" indent="-285750">
              <a:buClr>
                <a:schemeClr val="bg1"/>
              </a:buClr>
              <a:buFont typeface="Arial" panose="020B0604020202020204" pitchFamily="34" charset="0"/>
              <a:buChar char="•"/>
            </a:pPr>
            <a:endParaRPr lang="es-MX" sz="1600" dirty="0">
              <a:solidFill>
                <a:schemeClr val="bg1"/>
              </a:solidFill>
              <a:latin typeface="Century Gothic" panose="020B0502020202020204" pitchFamily="34" charset="0"/>
              <a:ea typeface="Verdana" panose="020B0604030504040204" pitchFamily="34" charset="0"/>
              <a:cs typeface="Verdana" panose="020B0604030504040204" pitchFamily="34" charset="0"/>
            </a:endParaRPr>
          </a:p>
          <a:p>
            <a:pPr marL="285750" indent="-285750">
              <a:buClr>
                <a:schemeClr val="bg1"/>
              </a:buClr>
              <a:buFont typeface="Arial" panose="020B0604020202020204" pitchFamily="34" charset="0"/>
              <a:buChar char="•"/>
            </a:pPr>
            <a:r>
              <a:rPr lang="es-MX" sz="1600" dirty="0">
                <a:solidFill>
                  <a:schemeClr val="bg1"/>
                </a:solidFill>
                <a:latin typeface="Century Gothic" panose="020B0502020202020204" pitchFamily="34" charset="0"/>
                <a:ea typeface="Verdana" panose="020B0604030504040204" pitchFamily="34" charset="0"/>
                <a:cs typeface="Verdana" panose="020B0604030504040204" pitchFamily="34" charset="0"/>
              </a:rPr>
              <a:t>Daniel Palacios	</a:t>
            </a:r>
            <a:r>
              <a:rPr lang="es-MX" sz="1600" dirty="0" smtClean="0">
                <a:solidFill>
                  <a:schemeClr val="bg1"/>
                </a:solidFill>
                <a:latin typeface="Century Gothic" panose="020B0502020202020204" pitchFamily="34" charset="0"/>
                <a:ea typeface="Verdana" panose="020B0604030504040204" pitchFamily="34" charset="0"/>
                <a:cs typeface="Verdana" panose="020B0604030504040204" pitchFamily="34" charset="0"/>
              </a:rPr>
              <a:t>Martínez</a:t>
            </a:r>
            <a:r>
              <a:rPr lang="es-MX" sz="1600" dirty="0">
                <a:solidFill>
                  <a:schemeClr val="bg1"/>
                </a:solidFill>
                <a:latin typeface="Century Gothic" panose="020B0502020202020204" pitchFamily="34" charset="0"/>
                <a:ea typeface="Verdana" panose="020B0604030504040204" pitchFamily="34" charset="0"/>
                <a:cs typeface="Verdana" panose="020B0604030504040204" pitchFamily="34" charset="0"/>
              </a:rPr>
              <a:t>	</a:t>
            </a:r>
            <a:r>
              <a:rPr lang="es-MX" sz="1600" dirty="0" smtClean="0">
                <a:solidFill>
                  <a:schemeClr val="bg1"/>
                </a:solidFill>
                <a:latin typeface="Century Gothic" panose="020B0502020202020204" pitchFamily="34" charset="0"/>
                <a:ea typeface="Verdana" panose="020B0604030504040204" pitchFamily="34" charset="0"/>
                <a:cs typeface="Verdana" panose="020B0604030504040204" pitchFamily="34" charset="0"/>
              </a:rPr>
              <a:t>	daniel.palacios@ine.mx</a:t>
            </a:r>
            <a:endParaRPr lang="es-MX" sz="1600" dirty="0">
              <a:solidFill>
                <a:schemeClr val="bg1"/>
              </a:solidFill>
              <a:latin typeface="Century Gothic" panose="020B0502020202020204" pitchFamily="34" charset="0"/>
              <a:ea typeface="Verdana" panose="020B0604030504040204" pitchFamily="34" charset="0"/>
              <a:cs typeface="Verdana" panose="020B0604030504040204" pitchFamily="34" charset="0"/>
            </a:endParaRPr>
          </a:p>
          <a:p>
            <a:pPr lvl="7"/>
            <a:r>
              <a:rPr lang="es-MX" sz="1600" dirty="0">
                <a:solidFill>
                  <a:schemeClr val="bg1"/>
                </a:solidFill>
                <a:latin typeface="Century Gothic" panose="020B0502020202020204" pitchFamily="34" charset="0"/>
                <a:ea typeface="Verdana" panose="020B0604030504040204" pitchFamily="34" charset="0"/>
                <a:cs typeface="Verdana" panose="020B0604030504040204" pitchFamily="34" charset="0"/>
              </a:rPr>
              <a:t>		</a:t>
            </a:r>
            <a:r>
              <a:rPr lang="es-MX" sz="1600" dirty="0" smtClean="0">
                <a:solidFill>
                  <a:schemeClr val="bg1"/>
                </a:solidFill>
                <a:latin typeface="Century Gothic" panose="020B0502020202020204" pitchFamily="34" charset="0"/>
                <a:ea typeface="Verdana" panose="020B0604030504040204" pitchFamily="34" charset="0"/>
                <a:cs typeface="Verdana" panose="020B0604030504040204" pitchFamily="34" charset="0"/>
              </a:rPr>
              <a:t>		55 53 32 37 95</a:t>
            </a:r>
            <a:endParaRPr lang="es-MX" sz="1600" dirty="0">
              <a:solidFill>
                <a:schemeClr val="bg1"/>
              </a:solidFill>
              <a:latin typeface="Century Gothic" panose="020B0502020202020204" pitchFamily="34" charset="0"/>
              <a:ea typeface="Verdana" panose="020B0604030504040204" pitchFamily="34" charset="0"/>
              <a:cs typeface="Verdana" panose="020B0604030504040204" pitchFamily="34" charset="0"/>
            </a:endParaRPr>
          </a:p>
          <a:p>
            <a:pPr marL="285750" indent="-285750">
              <a:buFont typeface="Arial" panose="020B0604020202020204" pitchFamily="34" charset="0"/>
              <a:buChar char="•"/>
            </a:pPr>
            <a:endParaRPr lang="es-MX" sz="1600" b="1" dirty="0" smtClean="0">
              <a:solidFill>
                <a:schemeClr val="bg1"/>
              </a:solidFill>
              <a:latin typeface="Century Gothic" panose="020B0502020202020204" pitchFamily="34" charset="0"/>
              <a:ea typeface="Verdana" panose="020B0604030504040204" pitchFamily="34" charset="0"/>
              <a:cs typeface="Verdana" panose="020B0604030504040204" pitchFamily="34" charset="0"/>
            </a:endParaRPr>
          </a:p>
          <a:p>
            <a:pPr lvl="6"/>
            <a:r>
              <a:rPr lang="es-MX" sz="1600" b="1" dirty="0">
                <a:solidFill>
                  <a:schemeClr val="bg1"/>
                </a:solidFill>
                <a:latin typeface="Century Gothic" panose="020B0502020202020204" pitchFamily="34" charset="0"/>
                <a:ea typeface="Verdana" panose="020B0604030504040204" pitchFamily="34" charset="0"/>
                <a:cs typeface="Verdana" panose="020B0604030504040204" pitchFamily="34" charset="0"/>
              </a:rPr>
              <a:t>	</a:t>
            </a:r>
            <a:r>
              <a:rPr lang="es-MX" sz="1600" b="1" dirty="0" smtClean="0">
                <a:solidFill>
                  <a:schemeClr val="bg1"/>
                </a:solidFill>
                <a:latin typeface="Century Gothic" panose="020B0502020202020204" pitchFamily="34" charset="0"/>
                <a:ea typeface="Verdana" panose="020B0604030504040204" pitchFamily="34" charset="0"/>
                <a:cs typeface="Verdana" panose="020B0604030504040204" pitchFamily="34" charset="0"/>
              </a:rPr>
              <a:t>	IP </a:t>
            </a:r>
            <a:r>
              <a:rPr lang="es-MX" sz="1600" b="1" dirty="0">
                <a:solidFill>
                  <a:schemeClr val="bg1"/>
                </a:solidFill>
                <a:latin typeface="Century Gothic" panose="020B0502020202020204" pitchFamily="34" charset="0"/>
                <a:ea typeface="Verdana" panose="020B0604030504040204" pitchFamily="34" charset="0"/>
                <a:cs typeface="Verdana" panose="020B0604030504040204" pitchFamily="34" charset="0"/>
              </a:rPr>
              <a:t>350497</a:t>
            </a:r>
          </a:p>
          <a:p>
            <a:pPr marL="285750" indent="-285750">
              <a:buFont typeface="Arial" panose="020B0604020202020204" pitchFamily="34" charset="0"/>
              <a:buChar char="•"/>
            </a:pPr>
            <a:endParaRPr lang="es-MX" sz="1600" dirty="0">
              <a:solidFill>
                <a:schemeClr val="bg1"/>
              </a:solidFill>
              <a:latin typeface="Century Gothic" panose="020B0502020202020204" pitchFamily="34" charset="0"/>
              <a:ea typeface="Verdana" panose="020B0604030504040204" pitchFamily="34" charset="0"/>
              <a:cs typeface="Verdana" panose="020B0604030504040204" pitchFamily="34" charset="0"/>
            </a:endParaRPr>
          </a:p>
          <a:p>
            <a:pPr marL="285750" indent="-285750">
              <a:buFont typeface="Arial" panose="020B0604020202020204" pitchFamily="34" charset="0"/>
              <a:buChar char="•"/>
            </a:pPr>
            <a:endParaRPr lang="es-MX" sz="1600" dirty="0">
              <a:solidFill>
                <a:schemeClr val="bg1"/>
              </a:solidFill>
              <a:latin typeface="Century Gothic" panose="020B0502020202020204" pitchFamily="34" charset="0"/>
              <a:ea typeface="Verdana" panose="020B0604030504040204" pitchFamily="34" charset="0"/>
              <a:cs typeface="Verdana" panose="020B0604030504040204" pitchFamily="34" charset="0"/>
            </a:endParaRPr>
          </a:p>
          <a:p>
            <a:pPr algn="ctr"/>
            <a:endParaRPr lang="es-MX" sz="1600" dirty="0" smtClean="0">
              <a:solidFill>
                <a:schemeClr val="bg1"/>
              </a:solidFill>
              <a:latin typeface="Century Gothic" panose="020B0502020202020204" pitchFamily="34" charset="0"/>
              <a:ea typeface="Verdana" panose="020B0604030504040204" pitchFamily="34" charset="0"/>
              <a:cs typeface="Verdana" panose="020B0604030504040204" pitchFamily="34" charset="0"/>
            </a:endParaRPr>
          </a:p>
          <a:p>
            <a:pPr marL="285750" indent="-285750">
              <a:buFont typeface="Arial" panose="020B0604020202020204" pitchFamily="34" charset="0"/>
              <a:buChar char="•"/>
            </a:pPr>
            <a:endParaRPr lang="es-MX" sz="1600" dirty="0">
              <a:solidFill>
                <a:schemeClr val="bg1"/>
              </a:solidFill>
              <a:latin typeface="Century Gothic" panose="020B0502020202020204" pitchFamily="34" charset="0"/>
              <a:ea typeface="Verdana" panose="020B0604030504040204" pitchFamily="34" charset="0"/>
              <a:cs typeface="Verdana" panose="020B0604030504040204" pitchFamily="34" charset="0"/>
            </a:endParaRPr>
          </a:p>
          <a:p>
            <a:pPr marL="285750" indent="-285750">
              <a:buFont typeface="Arial" panose="020B0604020202020204" pitchFamily="34" charset="0"/>
              <a:buChar char="•"/>
            </a:pPr>
            <a:endParaRPr lang="es-MX" sz="1600" dirty="0">
              <a:solidFill>
                <a:schemeClr val="bg1"/>
              </a:solidFill>
              <a:latin typeface="Century Gothic" panose="020B0502020202020204" pitchFamily="34" charset="0"/>
              <a:ea typeface="Verdana" panose="020B0604030504040204" pitchFamily="34" charset="0"/>
              <a:cs typeface="Verdana" panose="020B0604030504040204" pitchFamily="34" charset="0"/>
            </a:endParaRPr>
          </a:p>
          <a:p>
            <a:pPr marL="285750" indent="-285750">
              <a:buFont typeface="Arial" panose="020B0604020202020204" pitchFamily="34" charset="0"/>
              <a:buChar char="•"/>
            </a:pPr>
            <a:endParaRPr lang="es-MX" sz="1600" dirty="0">
              <a:solidFill>
                <a:schemeClr val="bg1"/>
              </a:solidFill>
              <a:latin typeface="Century Gothic" panose="020B050202020202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427820104"/>
      </p:ext>
    </p:extLst>
  </p:cSld>
  <p:clrMapOvr>
    <a:masterClrMapping/>
  </p:clrMapOvr>
  <p:timing>
    <p:tnLst>
      <p:par>
        <p:cTn id="1" dur="indefinite" restart="never" nodeType="tmRoot"/>
      </p:par>
    </p:tnLst>
  </p:timing>
</p:sld>
</file>

<file path=ppt/theme/theme1.xml><?xml version="1.0" encoding="utf-8"?>
<a:theme xmlns:a="http://schemas.openxmlformats.org/drawingml/2006/main" name="Retrospección">
  <a:themeElements>
    <a:clrScheme name="Personalizado 2">
      <a:dk1>
        <a:srgbClr val="000000"/>
      </a:dk1>
      <a:lt1>
        <a:srgbClr val="FFFFFF"/>
      </a:lt1>
      <a:dk2>
        <a:srgbClr val="454551"/>
      </a:dk2>
      <a:lt2>
        <a:srgbClr val="D8D9DC"/>
      </a:lt2>
      <a:accent1>
        <a:srgbClr val="EE81BD"/>
      </a:accent1>
      <a:accent2>
        <a:srgbClr val="E32D91"/>
      </a:accent2>
      <a:accent3>
        <a:srgbClr val="4EA6DC"/>
      </a:accent3>
      <a:accent4>
        <a:srgbClr val="4775E7"/>
      </a:accent4>
      <a:accent5>
        <a:srgbClr val="8971E1"/>
      </a:accent5>
      <a:accent6>
        <a:srgbClr val="D54773"/>
      </a:accent6>
      <a:hlink>
        <a:srgbClr val="6B9F25"/>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425</TotalTime>
  <Words>1920</Words>
  <Application>Microsoft Office PowerPoint</Application>
  <PresentationFormat>Panorámica</PresentationFormat>
  <Paragraphs>268</Paragraphs>
  <Slides>25</Slides>
  <Notes>3</Notes>
  <HiddenSlides>0</HiddenSlides>
  <MMClips>0</MMClips>
  <ScaleCrop>false</ScaleCrop>
  <HeadingPairs>
    <vt:vector size="6" baseType="variant">
      <vt:variant>
        <vt:lpstr>Fuentes usadas</vt:lpstr>
      </vt:variant>
      <vt:variant>
        <vt:i4>9</vt:i4>
      </vt:variant>
      <vt:variant>
        <vt:lpstr>Tema</vt:lpstr>
      </vt:variant>
      <vt:variant>
        <vt:i4>1</vt:i4>
      </vt:variant>
      <vt:variant>
        <vt:lpstr>Títulos de diapositiva</vt:lpstr>
      </vt:variant>
      <vt:variant>
        <vt:i4>25</vt:i4>
      </vt:variant>
    </vt:vector>
  </HeadingPairs>
  <TitlesOfParts>
    <vt:vector size="35" baseType="lpstr">
      <vt:lpstr>Arial Unicode MS</vt:lpstr>
      <vt:lpstr>MS PGothic</vt:lpstr>
      <vt:lpstr>Arial</vt:lpstr>
      <vt:lpstr>Calibri</vt:lpstr>
      <vt:lpstr>Century Gothic</vt:lpstr>
      <vt:lpstr>Footlight MT Light</vt:lpstr>
      <vt:lpstr>Lato</vt:lpstr>
      <vt:lpstr>Verdana</vt:lpstr>
      <vt:lpstr>Wingdings</vt:lpstr>
      <vt:lpstr>Retrospección</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GUÍA DE ANÁLISIS CAUSA EFECTO  Y PLAN DE ACCIÓN</dc:title>
  <dc:creator>sacderfe68</dc:creator>
  <cp:lastModifiedBy>SANCHEZ SANCHEZ RICARDO</cp:lastModifiedBy>
  <cp:revision>61</cp:revision>
  <dcterms:modified xsi:type="dcterms:W3CDTF">2020-02-24T21:50:40Z</dcterms:modified>
</cp:coreProperties>
</file>